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68" autoAdjust="0"/>
    <p:restoredTop sz="94660"/>
  </p:normalViewPr>
  <p:slideViewPr>
    <p:cSldViewPr snapToGrid="0">
      <p:cViewPr varScale="1">
        <p:scale>
          <a:sx n="82" d="100"/>
          <a:sy n="82" d="100"/>
        </p:scale>
        <p:origin x="9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5297cb8ba9ee32b8" providerId="LiveId" clId="{CDAA9204-01CB-4B22-873F-767FF3086D00}"/>
    <pc:docChg chg="undo custSel addSld delSld modSld sldOrd">
      <pc:chgData name="" userId="5297cb8ba9ee32b8" providerId="LiveId" clId="{CDAA9204-01CB-4B22-873F-767FF3086D00}" dt="2026-02-27T16:45:13.240" v="919"/>
      <pc:docMkLst>
        <pc:docMk/>
      </pc:docMkLst>
      <pc:sldChg chg="addSp delSp modSp">
        <pc:chgData name="" userId="5297cb8ba9ee32b8" providerId="LiveId" clId="{CDAA9204-01CB-4B22-873F-767FF3086D00}" dt="2026-02-27T16:44:23.806" v="904" actId="1076"/>
        <pc:sldMkLst>
          <pc:docMk/>
          <pc:sldMk cId="2266292351" sldId="256"/>
        </pc:sldMkLst>
        <pc:spChg chg="add mod">
          <ac:chgData name="" userId="5297cb8ba9ee32b8" providerId="LiveId" clId="{CDAA9204-01CB-4B22-873F-767FF3086D00}" dt="2026-02-27T16:44:23.806" v="904" actId="1076"/>
          <ac:spMkLst>
            <pc:docMk/>
            <pc:sldMk cId="2266292351" sldId="256"/>
            <ac:spMk id="4" creationId="{31CD7AF3-3F34-453B-9640-935F185F72FF}"/>
          </ac:spMkLst>
        </pc:spChg>
        <pc:spChg chg="add mod">
          <ac:chgData name="" userId="5297cb8ba9ee32b8" providerId="LiveId" clId="{CDAA9204-01CB-4B22-873F-767FF3086D00}" dt="2026-02-27T13:57:20.279" v="363" actId="1076"/>
          <ac:spMkLst>
            <pc:docMk/>
            <pc:sldMk cId="2266292351" sldId="256"/>
            <ac:spMk id="5" creationId="{CA3A986D-3745-4537-8838-0AD0035C40EA}"/>
          </ac:spMkLst>
        </pc:spChg>
        <pc:spChg chg="add mod">
          <ac:chgData name="" userId="5297cb8ba9ee32b8" providerId="LiveId" clId="{CDAA9204-01CB-4B22-873F-767FF3086D00}" dt="2026-02-27T13:59:04.130" v="364" actId="1076"/>
          <ac:spMkLst>
            <pc:docMk/>
            <pc:sldMk cId="2266292351" sldId="256"/>
            <ac:spMk id="6" creationId="{D0305E2D-76A9-4463-A09D-B3919E2E1271}"/>
          </ac:spMkLst>
        </pc:spChg>
        <pc:spChg chg="add mod">
          <ac:chgData name="" userId="5297cb8ba9ee32b8" providerId="LiveId" clId="{CDAA9204-01CB-4B22-873F-767FF3086D00}" dt="2026-02-27T13:51:34.604" v="303" actId="1076"/>
          <ac:spMkLst>
            <pc:docMk/>
            <pc:sldMk cId="2266292351" sldId="256"/>
            <ac:spMk id="7" creationId="{1FB983CD-7B7C-4385-93E7-613BF89F3C46}"/>
          </ac:spMkLst>
        </pc:spChg>
        <pc:spChg chg="add mod">
          <ac:chgData name="" userId="5297cb8ba9ee32b8" providerId="LiveId" clId="{CDAA9204-01CB-4B22-873F-767FF3086D00}" dt="2026-02-27T13:59:30.305" v="368" actId="207"/>
          <ac:spMkLst>
            <pc:docMk/>
            <pc:sldMk cId="2266292351" sldId="256"/>
            <ac:spMk id="8" creationId="{F9A6533F-68F8-49E6-9766-A5AF54D48C99}"/>
          </ac:spMkLst>
        </pc:spChg>
        <pc:spChg chg="add mod">
          <ac:chgData name="" userId="5297cb8ba9ee32b8" providerId="LiveId" clId="{CDAA9204-01CB-4B22-873F-767FF3086D00}" dt="2026-02-27T13:52:51.532" v="320" actId="1076"/>
          <ac:spMkLst>
            <pc:docMk/>
            <pc:sldMk cId="2266292351" sldId="256"/>
            <ac:spMk id="9" creationId="{C3EF7629-518A-4373-AD8A-4962B24871EB}"/>
          </ac:spMkLst>
        </pc:spChg>
        <pc:spChg chg="add mod">
          <ac:chgData name="" userId="5297cb8ba9ee32b8" providerId="LiveId" clId="{CDAA9204-01CB-4B22-873F-767FF3086D00}" dt="2026-02-27T13:53:50.457" v="335" actId="1076"/>
          <ac:spMkLst>
            <pc:docMk/>
            <pc:sldMk cId="2266292351" sldId="256"/>
            <ac:spMk id="10" creationId="{46BA504D-6D96-4DBC-9233-49AF1E95C480}"/>
          </ac:spMkLst>
        </pc:spChg>
        <pc:spChg chg="add mod">
          <ac:chgData name="" userId="5297cb8ba9ee32b8" providerId="LiveId" clId="{CDAA9204-01CB-4B22-873F-767FF3086D00}" dt="2026-02-27T13:51:34.604" v="303" actId="1076"/>
          <ac:spMkLst>
            <pc:docMk/>
            <pc:sldMk cId="2266292351" sldId="256"/>
            <ac:spMk id="11" creationId="{C17A6739-D83C-48CA-BE58-0C6146F2CCF8}"/>
          </ac:spMkLst>
        </pc:spChg>
        <pc:spChg chg="add mod">
          <ac:chgData name="" userId="5297cb8ba9ee32b8" providerId="LiveId" clId="{CDAA9204-01CB-4B22-873F-767FF3086D00}" dt="2026-02-27T13:51:34.604" v="303" actId="1076"/>
          <ac:spMkLst>
            <pc:docMk/>
            <pc:sldMk cId="2266292351" sldId="256"/>
            <ac:spMk id="12" creationId="{0E8D0F49-022D-4345-8E58-865B9B4F244B}"/>
          </ac:spMkLst>
        </pc:spChg>
        <pc:spChg chg="add mod">
          <ac:chgData name="" userId="5297cb8ba9ee32b8" providerId="LiveId" clId="{CDAA9204-01CB-4B22-873F-767FF3086D00}" dt="2026-02-27T13:51:34.604" v="303" actId="1076"/>
          <ac:spMkLst>
            <pc:docMk/>
            <pc:sldMk cId="2266292351" sldId="256"/>
            <ac:spMk id="13" creationId="{0B1B4881-874B-4358-A070-F36C4CC19194}"/>
          </ac:spMkLst>
        </pc:spChg>
        <pc:spChg chg="add mod">
          <ac:chgData name="" userId="5297cb8ba9ee32b8" providerId="LiveId" clId="{CDAA9204-01CB-4B22-873F-767FF3086D00}" dt="2026-02-27T14:45:27.587" v="816" actId="207"/>
          <ac:spMkLst>
            <pc:docMk/>
            <pc:sldMk cId="2266292351" sldId="256"/>
            <ac:spMk id="315" creationId="{9A76D365-6D60-49F1-AA38-E6D7766CAB3E}"/>
          </ac:spMkLst>
        </pc:spChg>
        <pc:spChg chg="add mod">
          <ac:chgData name="" userId="5297cb8ba9ee32b8" providerId="LiveId" clId="{CDAA9204-01CB-4B22-873F-767FF3086D00}" dt="2026-02-27T14:54:36.600" v="861" actId="1076"/>
          <ac:spMkLst>
            <pc:docMk/>
            <pc:sldMk cId="2266292351" sldId="256"/>
            <ac:spMk id="316" creationId="{88716FE3-0731-4EE3-B147-A389C489008F}"/>
          </ac:spMkLst>
        </pc:spChg>
        <pc:spChg chg="add mod">
          <ac:chgData name="" userId="5297cb8ba9ee32b8" providerId="LiveId" clId="{CDAA9204-01CB-4B22-873F-767FF3086D00}" dt="2026-02-27T14:47:20.609" v="821" actId="571"/>
          <ac:spMkLst>
            <pc:docMk/>
            <pc:sldMk cId="2266292351" sldId="256"/>
            <ac:spMk id="317" creationId="{3B522491-CF4E-4E8F-9465-0F75EDA6A9B1}"/>
          </ac:spMkLst>
        </pc:spChg>
        <pc:spChg chg="add mod">
          <ac:chgData name="" userId="5297cb8ba9ee32b8" providerId="LiveId" clId="{CDAA9204-01CB-4B22-873F-767FF3086D00}" dt="2026-02-27T14:52:18.663" v="844" actId="688"/>
          <ac:spMkLst>
            <pc:docMk/>
            <pc:sldMk cId="2266292351" sldId="256"/>
            <ac:spMk id="319" creationId="{2530FCA4-F449-40EB-9E5A-AA568FE0ACED}"/>
          </ac:spMkLst>
        </pc:spChg>
        <pc:spChg chg="add mod">
          <ac:chgData name="" userId="5297cb8ba9ee32b8" providerId="LiveId" clId="{CDAA9204-01CB-4B22-873F-767FF3086D00}" dt="2026-02-27T14:52:22.019" v="845" actId="571"/>
          <ac:spMkLst>
            <pc:docMk/>
            <pc:sldMk cId="2266292351" sldId="256"/>
            <ac:spMk id="320" creationId="{E9235F60-B7B9-4508-9E8D-8C0EFFE8C7EE}"/>
          </ac:spMkLst>
        </pc:spChg>
        <pc:spChg chg="add mod">
          <ac:chgData name="" userId="5297cb8ba9ee32b8" providerId="LiveId" clId="{CDAA9204-01CB-4B22-873F-767FF3086D00}" dt="2026-02-27T14:53:00.367" v="851" actId="1076"/>
          <ac:spMkLst>
            <pc:docMk/>
            <pc:sldMk cId="2266292351" sldId="256"/>
            <ac:spMk id="321" creationId="{1DEC05AB-8F1F-4C80-98F1-F8F640A4A024}"/>
          </ac:spMkLst>
        </pc:spChg>
        <pc:spChg chg="add mod">
          <ac:chgData name="" userId="5297cb8ba9ee32b8" providerId="LiveId" clId="{CDAA9204-01CB-4B22-873F-767FF3086D00}" dt="2026-02-27T14:53:07.354" v="854" actId="1076"/>
          <ac:spMkLst>
            <pc:docMk/>
            <pc:sldMk cId="2266292351" sldId="256"/>
            <ac:spMk id="322" creationId="{55CD1059-C824-4CC7-AD5A-2F3DA88B2412}"/>
          </ac:spMkLst>
        </pc:spChg>
        <pc:spChg chg="add mod">
          <ac:chgData name="" userId="5297cb8ba9ee32b8" providerId="LiveId" clId="{CDAA9204-01CB-4B22-873F-767FF3086D00}" dt="2026-02-27T14:53:26.109" v="859" actId="1076"/>
          <ac:spMkLst>
            <pc:docMk/>
            <pc:sldMk cId="2266292351" sldId="256"/>
            <ac:spMk id="323" creationId="{5763F29A-1922-4A2E-93CE-25889C1664ED}"/>
          </ac:spMkLst>
        </pc:spChg>
        <pc:spChg chg="add mod">
          <ac:chgData name="" userId="5297cb8ba9ee32b8" providerId="LiveId" clId="{CDAA9204-01CB-4B22-873F-767FF3086D00}" dt="2026-02-27T14:54:00.733" v="860" actId="571"/>
          <ac:spMkLst>
            <pc:docMk/>
            <pc:sldMk cId="2266292351" sldId="256"/>
            <ac:spMk id="324" creationId="{B6BEA9ED-2C76-400C-880E-C3ECABA6FEA7}"/>
          </ac:spMkLst>
        </pc:spChg>
        <pc:cxnChg chg="add mod">
          <ac:chgData name="" userId="5297cb8ba9ee32b8" providerId="LiveId" clId="{CDAA9204-01CB-4B22-873F-767FF3086D00}" dt="2026-02-27T13:59:14.462" v="366" actId="14100"/>
          <ac:cxnSpMkLst>
            <pc:docMk/>
            <pc:sldMk cId="2266292351" sldId="256"/>
            <ac:cxnSpMk id="18" creationId="{D9107E15-A05B-43E1-A384-01E014CB59D1}"/>
          </ac:cxnSpMkLst>
        </pc:cxnChg>
        <pc:cxnChg chg="add mod">
          <ac:chgData name="" userId="5297cb8ba9ee32b8" providerId="LiveId" clId="{CDAA9204-01CB-4B22-873F-767FF3086D00}" dt="2026-02-27T13:59:17.498" v="367" actId="1076"/>
          <ac:cxnSpMkLst>
            <pc:docMk/>
            <pc:sldMk cId="2266292351" sldId="256"/>
            <ac:cxnSpMk id="24" creationId="{8C9B2A4A-B7D4-4486-9499-1E868CAE7434}"/>
          </ac:cxnSpMkLst>
        </pc:cxnChg>
        <pc:cxnChg chg="add mod">
          <ac:chgData name="" userId="5297cb8ba9ee32b8" providerId="LiveId" clId="{CDAA9204-01CB-4B22-873F-767FF3086D00}" dt="2026-02-27T13:53:50.457" v="335" actId="1076"/>
          <ac:cxnSpMkLst>
            <pc:docMk/>
            <pc:sldMk cId="2266292351" sldId="256"/>
            <ac:cxnSpMk id="28" creationId="{99166C38-F83E-43E2-9B66-78EAC2137A24}"/>
          </ac:cxnSpMkLst>
        </pc:cxnChg>
        <pc:cxnChg chg="add mod">
          <ac:chgData name="" userId="5297cb8ba9ee32b8" providerId="LiveId" clId="{CDAA9204-01CB-4B22-873F-767FF3086D00}" dt="2026-02-27T13:59:17.498" v="367" actId="1076"/>
          <ac:cxnSpMkLst>
            <pc:docMk/>
            <pc:sldMk cId="2266292351" sldId="256"/>
            <ac:cxnSpMk id="30" creationId="{C46EB2B2-C8BC-41FD-BB43-5A34ED4E7B6C}"/>
          </ac:cxnSpMkLst>
        </pc:cxnChg>
        <pc:cxnChg chg="add mod">
          <ac:chgData name="" userId="5297cb8ba9ee32b8" providerId="LiveId" clId="{CDAA9204-01CB-4B22-873F-767FF3086D00}" dt="2026-02-27T13:59:04.130" v="364" actId="1076"/>
          <ac:cxnSpMkLst>
            <pc:docMk/>
            <pc:sldMk cId="2266292351" sldId="256"/>
            <ac:cxnSpMk id="32" creationId="{89F487E0-0928-40F5-B007-8D9166F10683}"/>
          </ac:cxnSpMkLst>
        </pc:cxnChg>
        <pc:cxnChg chg="add mod">
          <ac:chgData name="" userId="5297cb8ba9ee32b8" providerId="LiveId" clId="{CDAA9204-01CB-4B22-873F-767FF3086D00}" dt="2026-02-27T13:54:44.794" v="346" actId="1076"/>
          <ac:cxnSpMkLst>
            <pc:docMk/>
            <pc:sldMk cId="2266292351" sldId="256"/>
            <ac:cxnSpMk id="39" creationId="{F183ED65-F05D-4540-AD2B-5573A53D7AC2}"/>
          </ac:cxnSpMkLst>
        </pc:cxnChg>
        <pc:cxnChg chg="add mod">
          <ac:chgData name="" userId="5297cb8ba9ee32b8" providerId="LiveId" clId="{CDAA9204-01CB-4B22-873F-767FF3086D00}" dt="2026-02-27T13:57:20.279" v="363" actId="1076"/>
          <ac:cxnSpMkLst>
            <pc:docMk/>
            <pc:sldMk cId="2266292351" sldId="256"/>
            <ac:cxnSpMk id="48" creationId="{DFA0A4F0-02A7-434A-BA8D-B5B059EDF9BD}"/>
          </ac:cxnSpMkLst>
        </pc:cxnChg>
        <pc:cxnChg chg="add mod">
          <ac:chgData name="" userId="5297cb8ba9ee32b8" providerId="LiveId" clId="{CDAA9204-01CB-4B22-873F-767FF3086D00}" dt="2026-02-27T13:51:34.604" v="303" actId="1076"/>
          <ac:cxnSpMkLst>
            <pc:docMk/>
            <pc:sldMk cId="2266292351" sldId="256"/>
            <ac:cxnSpMk id="52" creationId="{9910967A-B90B-48FD-A1E9-DBC64A06E3F5}"/>
          </ac:cxnSpMkLst>
        </pc:cxnChg>
        <pc:cxnChg chg="add mod">
          <ac:chgData name="" userId="5297cb8ba9ee32b8" providerId="LiveId" clId="{CDAA9204-01CB-4B22-873F-767FF3086D00}" dt="2026-02-27T13:51:34.604" v="303" actId="1076"/>
          <ac:cxnSpMkLst>
            <pc:docMk/>
            <pc:sldMk cId="2266292351" sldId="256"/>
            <ac:cxnSpMk id="56" creationId="{61B1ACEE-12E9-44A8-BDCB-3F7EB77EF44C}"/>
          </ac:cxnSpMkLst>
        </pc:cxnChg>
        <pc:cxnChg chg="add mod">
          <ac:chgData name="" userId="5297cb8ba9ee32b8" providerId="LiveId" clId="{CDAA9204-01CB-4B22-873F-767FF3086D00}" dt="2026-02-27T13:51:34.604" v="303" actId="1076"/>
          <ac:cxnSpMkLst>
            <pc:docMk/>
            <pc:sldMk cId="2266292351" sldId="256"/>
            <ac:cxnSpMk id="73" creationId="{B28B2679-74D9-4E6E-A310-21AA7B9BF80C}"/>
          </ac:cxnSpMkLst>
        </pc:cxnChg>
        <pc:cxnChg chg="add mod">
          <ac:chgData name="" userId="5297cb8ba9ee32b8" providerId="LiveId" clId="{CDAA9204-01CB-4B22-873F-767FF3086D00}" dt="2026-02-27T13:51:34.604" v="303" actId="1076"/>
          <ac:cxnSpMkLst>
            <pc:docMk/>
            <pc:sldMk cId="2266292351" sldId="256"/>
            <ac:cxnSpMk id="76" creationId="{146DE459-E85B-470F-8C24-5933B00C32C5}"/>
          </ac:cxnSpMkLst>
        </pc:cxnChg>
        <pc:cxnChg chg="add mod">
          <ac:chgData name="" userId="5297cb8ba9ee32b8" providerId="LiveId" clId="{CDAA9204-01CB-4B22-873F-767FF3086D00}" dt="2026-02-27T13:59:17.498" v="367" actId="1076"/>
          <ac:cxnSpMkLst>
            <pc:docMk/>
            <pc:sldMk cId="2266292351" sldId="256"/>
            <ac:cxnSpMk id="83" creationId="{4D289394-BAE4-424E-944A-D8AF19FEB8B9}"/>
          </ac:cxnSpMkLst>
        </pc:cxnChg>
        <pc:cxnChg chg="add mod">
          <ac:chgData name="" userId="5297cb8ba9ee32b8" providerId="LiveId" clId="{CDAA9204-01CB-4B22-873F-767FF3086D00}" dt="2026-02-27T13:59:17.498" v="367" actId="1076"/>
          <ac:cxnSpMkLst>
            <pc:docMk/>
            <pc:sldMk cId="2266292351" sldId="256"/>
            <ac:cxnSpMk id="85" creationId="{181425FC-0501-4EF3-B040-BEBBB60BC576}"/>
          </ac:cxnSpMkLst>
        </pc:cxnChg>
        <pc:cxnChg chg="add mod">
          <ac:chgData name="" userId="5297cb8ba9ee32b8" providerId="LiveId" clId="{CDAA9204-01CB-4B22-873F-767FF3086D00}" dt="2026-02-27T14:00:16.325" v="369" actId="1076"/>
          <ac:cxnSpMkLst>
            <pc:docMk/>
            <pc:sldMk cId="2266292351" sldId="256"/>
            <ac:cxnSpMk id="87" creationId="{E24D083E-44DF-440F-BA18-797AC51B050A}"/>
          </ac:cxnSpMkLst>
        </pc:cxnChg>
        <pc:cxnChg chg="add mod">
          <ac:chgData name="" userId="5297cb8ba9ee32b8" providerId="LiveId" clId="{CDAA9204-01CB-4B22-873F-767FF3086D00}" dt="2026-02-27T13:56:11.072" v="353" actId="11529"/>
          <ac:cxnSpMkLst>
            <pc:docMk/>
            <pc:sldMk cId="2266292351" sldId="256"/>
            <ac:cxnSpMk id="292" creationId="{FBDC61CB-33BE-42C6-93EB-152E11660337}"/>
          </ac:cxnSpMkLst>
        </pc:cxnChg>
        <pc:cxnChg chg="add mod">
          <ac:chgData name="" userId="5297cb8ba9ee32b8" providerId="LiveId" clId="{CDAA9204-01CB-4B22-873F-767FF3086D00}" dt="2026-02-27T13:57:17.314" v="362" actId="14100"/>
          <ac:cxnSpMkLst>
            <pc:docMk/>
            <pc:sldMk cId="2266292351" sldId="256"/>
            <ac:cxnSpMk id="296" creationId="{B35FA84F-227F-4022-8AFD-73F301D06B22}"/>
          </ac:cxnSpMkLst>
        </pc:cxnChg>
      </pc:sldChg>
      <pc:sldChg chg="addSp modSp add ord">
        <pc:chgData name="" userId="5297cb8ba9ee32b8" providerId="LiveId" clId="{CDAA9204-01CB-4B22-873F-767FF3086D00}" dt="2026-02-27T16:45:13.240" v="919"/>
        <pc:sldMkLst>
          <pc:docMk/>
          <pc:sldMk cId="1725154859" sldId="257"/>
        </pc:sldMkLst>
        <pc:spChg chg="add mod">
          <ac:chgData name="" userId="5297cb8ba9ee32b8" providerId="LiveId" clId="{CDAA9204-01CB-4B22-873F-767FF3086D00}" dt="2026-02-27T14:07:29.833" v="474" actId="1076"/>
          <ac:spMkLst>
            <pc:docMk/>
            <pc:sldMk cId="1725154859" sldId="257"/>
            <ac:spMk id="3" creationId="{59583389-0C98-419C-850A-38ECAF07156B}"/>
          </ac:spMkLst>
        </pc:spChg>
        <pc:spChg chg="add mod">
          <ac:chgData name="" userId="5297cb8ba9ee32b8" providerId="LiveId" clId="{CDAA9204-01CB-4B22-873F-767FF3086D00}" dt="2026-02-27T16:44:45.591" v="915" actId="20577"/>
          <ac:spMkLst>
            <pc:docMk/>
            <pc:sldMk cId="1725154859" sldId="257"/>
            <ac:spMk id="4" creationId="{FD44DFD4-C3D6-4E4B-BAC1-6BA26F7541F7}"/>
          </ac:spMkLst>
        </pc:spChg>
        <pc:graphicFrameChg chg="add mod modGraphic">
          <ac:chgData name="" userId="5297cb8ba9ee32b8" providerId="LiveId" clId="{CDAA9204-01CB-4B22-873F-767FF3086D00}" dt="2026-02-27T16:45:13.240" v="919"/>
          <ac:graphicFrameMkLst>
            <pc:docMk/>
            <pc:sldMk cId="1725154859" sldId="257"/>
            <ac:graphicFrameMk id="2" creationId="{EDCA2F03-8B4E-4C94-88CB-72A1B5896F43}"/>
          </ac:graphicFrameMkLst>
        </pc:graphicFrameChg>
      </pc:sldChg>
      <pc:sldChg chg="addSp modSp add">
        <pc:chgData name="" userId="5297cb8ba9ee32b8" providerId="LiveId" clId="{CDAA9204-01CB-4B22-873F-767FF3086D00}" dt="2026-02-27T14:20:44.743" v="631" actId="1076"/>
        <pc:sldMkLst>
          <pc:docMk/>
          <pc:sldMk cId="4224714172" sldId="258"/>
        </pc:sldMkLst>
        <pc:spChg chg="add mod">
          <ac:chgData name="" userId="5297cb8ba9ee32b8" providerId="LiveId" clId="{CDAA9204-01CB-4B22-873F-767FF3086D00}" dt="2026-02-27T14:11:50.275" v="528" actId="1076"/>
          <ac:spMkLst>
            <pc:docMk/>
            <pc:sldMk cId="4224714172" sldId="258"/>
            <ac:spMk id="2" creationId="{79D909DD-9E42-4F6F-AF76-C523786B6180}"/>
          </ac:spMkLst>
        </pc:spChg>
        <pc:spChg chg="mod">
          <ac:chgData name="" userId="5297cb8ba9ee32b8" providerId="LiveId" clId="{CDAA9204-01CB-4B22-873F-767FF3086D00}" dt="2026-02-27T14:12:21.037" v="545" actId="122"/>
          <ac:spMkLst>
            <pc:docMk/>
            <pc:sldMk cId="4224714172" sldId="258"/>
            <ac:spMk id="4" creationId="{31CD7AF3-3F34-453B-9640-935F185F72FF}"/>
          </ac:spMkLst>
        </pc:spChg>
        <pc:spChg chg="mod">
          <ac:chgData name="" userId="5297cb8ba9ee32b8" providerId="LiveId" clId="{CDAA9204-01CB-4B22-873F-767FF3086D00}" dt="2026-02-27T14:20:02.453" v="625" actId="207"/>
          <ac:spMkLst>
            <pc:docMk/>
            <pc:sldMk cId="4224714172" sldId="258"/>
            <ac:spMk id="5" creationId="{CA3A986D-3745-4537-8838-0AD0035C40EA}"/>
          </ac:spMkLst>
        </pc:spChg>
        <pc:spChg chg="mod">
          <ac:chgData name="" userId="5297cb8ba9ee32b8" providerId="LiveId" clId="{CDAA9204-01CB-4B22-873F-767FF3086D00}" dt="2026-02-27T14:20:44.743" v="631" actId="1076"/>
          <ac:spMkLst>
            <pc:docMk/>
            <pc:sldMk cId="4224714172" sldId="258"/>
            <ac:spMk id="6" creationId="{D0305E2D-76A9-4463-A09D-B3919E2E1271}"/>
          </ac:spMkLst>
        </pc:spChg>
        <pc:spChg chg="add mod">
          <ac:chgData name="" userId="5297cb8ba9ee32b8" providerId="LiveId" clId="{CDAA9204-01CB-4B22-873F-767FF3086D00}" dt="2026-02-27T14:12:28.898" v="547" actId="1076"/>
          <ac:spMkLst>
            <pc:docMk/>
            <pc:sldMk cId="4224714172" sldId="258"/>
            <ac:spMk id="29" creationId="{E505B0D6-7141-4FC7-83CD-272114DC48CD}"/>
          </ac:spMkLst>
        </pc:spChg>
        <pc:spChg chg="add mod">
          <ac:chgData name="" userId="5297cb8ba9ee32b8" providerId="LiveId" clId="{CDAA9204-01CB-4B22-873F-767FF3086D00}" dt="2026-02-27T14:12:56.380" v="549" actId="20577"/>
          <ac:spMkLst>
            <pc:docMk/>
            <pc:sldMk cId="4224714172" sldId="258"/>
            <ac:spMk id="31" creationId="{FED6B06E-7CE9-4A6B-BC69-BAEE722E9050}"/>
          </ac:spMkLst>
        </pc:spChg>
        <pc:spChg chg="add mod">
          <ac:chgData name="" userId="5297cb8ba9ee32b8" providerId="LiveId" clId="{CDAA9204-01CB-4B22-873F-767FF3086D00}" dt="2026-02-27T14:13:05.075" v="551" actId="20577"/>
          <ac:spMkLst>
            <pc:docMk/>
            <pc:sldMk cId="4224714172" sldId="258"/>
            <ac:spMk id="33" creationId="{E04E50FC-9305-4910-9EB5-95A485971269}"/>
          </ac:spMkLst>
        </pc:spChg>
        <pc:spChg chg="add mod">
          <ac:chgData name="" userId="5297cb8ba9ee32b8" providerId="LiveId" clId="{CDAA9204-01CB-4B22-873F-767FF3086D00}" dt="2026-02-27T14:13:21.145" v="554" actId="1076"/>
          <ac:spMkLst>
            <pc:docMk/>
            <pc:sldMk cId="4224714172" sldId="258"/>
            <ac:spMk id="34" creationId="{BF76C4C7-F035-4644-A87E-784B83143484}"/>
          </ac:spMkLst>
        </pc:spChg>
        <pc:spChg chg="add mod">
          <ac:chgData name="" userId="5297cb8ba9ee32b8" providerId="LiveId" clId="{CDAA9204-01CB-4B22-873F-767FF3086D00}" dt="2026-02-27T14:13:27.884" v="557" actId="20577"/>
          <ac:spMkLst>
            <pc:docMk/>
            <pc:sldMk cId="4224714172" sldId="258"/>
            <ac:spMk id="35" creationId="{3DA51FFF-E06D-4AF4-A2E3-5E825EA48B6D}"/>
          </ac:spMkLst>
        </pc:spChg>
        <pc:spChg chg="add mod">
          <ac:chgData name="" userId="5297cb8ba9ee32b8" providerId="LiveId" clId="{CDAA9204-01CB-4B22-873F-767FF3086D00}" dt="2026-02-27T14:13:42.943" v="559" actId="20577"/>
          <ac:spMkLst>
            <pc:docMk/>
            <pc:sldMk cId="4224714172" sldId="258"/>
            <ac:spMk id="36" creationId="{1D93CD39-C0FB-4A11-B4E0-D8FBED9265DE}"/>
          </ac:spMkLst>
        </pc:spChg>
        <pc:spChg chg="add mod">
          <ac:chgData name="" userId="5297cb8ba9ee32b8" providerId="LiveId" clId="{CDAA9204-01CB-4B22-873F-767FF3086D00}" dt="2026-02-27T14:13:50.101" v="561" actId="20577"/>
          <ac:spMkLst>
            <pc:docMk/>
            <pc:sldMk cId="4224714172" sldId="258"/>
            <ac:spMk id="37" creationId="{A49AD10A-7A30-4C15-AF11-3166B34EC9B0}"/>
          </ac:spMkLst>
        </pc:spChg>
        <pc:spChg chg="add mod">
          <ac:chgData name="" userId="5297cb8ba9ee32b8" providerId="LiveId" clId="{CDAA9204-01CB-4B22-873F-767FF3086D00}" dt="2026-02-27T14:14:08.644" v="563" actId="20577"/>
          <ac:spMkLst>
            <pc:docMk/>
            <pc:sldMk cId="4224714172" sldId="258"/>
            <ac:spMk id="38" creationId="{DBB2BC65-766D-4FE2-B8B6-1B837D4A4B72}"/>
          </ac:spMkLst>
        </pc:spChg>
        <pc:spChg chg="add mod">
          <ac:chgData name="" userId="5297cb8ba9ee32b8" providerId="LiveId" clId="{CDAA9204-01CB-4B22-873F-767FF3086D00}" dt="2026-02-27T14:14:14.950" v="565" actId="20577"/>
          <ac:spMkLst>
            <pc:docMk/>
            <pc:sldMk cId="4224714172" sldId="258"/>
            <ac:spMk id="40" creationId="{68F37BB1-71A8-49CA-878D-23325AD74A84}"/>
          </ac:spMkLst>
        </pc:spChg>
        <pc:spChg chg="add mod">
          <ac:chgData name="" userId="5297cb8ba9ee32b8" providerId="LiveId" clId="{CDAA9204-01CB-4B22-873F-767FF3086D00}" dt="2026-02-27T14:14:24.968" v="568" actId="20577"/>
          <ac:spMkLst>
            <pc:docMk/>
            <pc:sldMk cId="4224714172" sldId="258"/>
            <ac:spMk id="41" creationId="{AA7C1656-7875-4A5E-AF4E-8B422B67CA77}"/>
          </ac:spMkLst>
        </pc:spChg>
        <pc:spChg chg="add mod">
          <ac:chgData name="" userId="5297cb8ba9ee32b8" providerId="LiveId" clId="{CDAA9204-01CB-4B22-873F-767FF3086D00}" dt="2026-02-27T14:14:31.563" v="570" actId="20577"/>
          <ac:spMkLst>
            <pc:docMk/>
            <pc:sldMk cId="4224714172" sldId="258"/>
            <ac:spMk id="42" creationId="{6D3D92D9-69F0-495A-B5B9-D1CBE48267FB}"/>
          </ac:spMkLst>
        </pc:spChg>
        <pc:spChg chg="add mod">
          <ac:chgData name="" userId="5297cb8ba9ee32b8" providerId="LiveId" clId="{CDAA9204-01CB-4B22-873F-767FF3086D00}" dt="2026-02-27T14:15:04.532" v="576" actId="1076"/>
          <ac:spMkLst>
            <pc:docMk/>
            <pc:sldMk cId="4224714172" sldId="258"/>
            <ac:spMk id="43" creationId="{357A91DB-368F-420C-86B6-7294F8AD3070}"/>
          </ac:spMkLst>
        </pc:spChg>
        <pc:spChg chg="add mod">
          <ac:chgData name="" userId="5297cb8ba9ee32b8" providerId="LiveId" clId="{CDAA9204-01CB-4B22-873F-767FF3086D00}" dt="2026-02-27T14:14:58.848" v="575" actId="1076"/>
          <ac:spMkLst>
            <pc:docMk/>
            <pc:sldMk cId="4224714172" sldId="258"/>
            <ac:spMk id="44" creationId="{48A2BA98-6A35-4A60-9695-7F084785B4A3}"/>
          </ac:spMkLst>
        </pc:spChg>
        <pc:spChg chg="add mod">
          <ac:chgData name="" userId="5297cb8ba9ee32b8" providerId="LiveId" clId="{CDAA9204-01CB-4B22-873F-767FF3086D00}" dt="2026-02-27T14:15:42.014" v="583" actId="1076"/>
          <ac:spMkLst>
            <pc:docMk/>
            <pc:sldMk cId="4224714172" sldId="258"/>
            <ac:spMk id="45" creationId="{36FBF295-181D-4292-87F4-FD8E0FC3E3D9}"/>
          </ac:spMkLst>
        </pc:spChg>
        <pc:spChg chg="add mod">
          <ac:chgData name="" userId="5297cb8ba9ee32b8" providerId="LiveId" clId="{CDAA9204-01CB-4B22-873F-767FF3086D00}" dt="2026-02-27T14:15:38.893" v="582" actId="1076"/>
          <ac:spMkLst>
            <pc:docMk/>
            <pc:sldMk cId="4224714172" sldId="258"/>
            <ac:spMk id="46" creationId="{3EEC1C33-9F60-4FA2-91C0-9DD08802D54E}"/>
          </ac:spMkLst>
        </pc:spChg>
        <pc:spChg chg="add mod">
          <ac:chgData name="" userId="5297cb8ba9ee32b8" providerId="LiveId" clId="{CDAA9204-01CB-4B22-873F-767FF3086D00}" dt="2026-02-27T14:15:54.328" v="585" actId="20577"/>
          <ac:spMkLst>
            <pc:docMk/>
            <pc:sldMk cId="4224714172" sldId="258"/>
            <ac:spMk id="47" creationId="{C1DF57F0-C389-41C1-9B19-2BBC91B2106B}"/>
          </ac:spMkLst>
        </pc:spChg>
        <pc:spChg chg="add mod">
          <ac:chgData name="" userId="5297cb8ba9ee32b8" providerId="LiveId" clId="{CDAA9204-01CB-4B22-873F-767FF3086D00}" dt="2026-02-27T14:16:00.366" v="587" actId="20577"/>
          <ac:spMkLst>
            <pc:docMk/>
            <pc:sldMk cId="4224714172" sldId="258"/>
            <ac:spMk id="49" creationId="{6C2A2C5A-23FE-433A-A99B-CDA1EBA2BA12}"/>
          </ac:spMkLst>
        </pc:spChg>
        <pc:spChg chg="add mod">
          <ac:chgData name="" userId="5297cb8ba9ee32b8" providerId="LiveId" clId="{CDAA9204-01CB-4B22-873F-767FF3086D00}" dt="2026-02-27T14:16:13.648" v="589" actId="20577"/>
          <ac:spMkLst>
            <pc:docMk/>
            <pc:sldMk cId="4224714172" sldId="258"/>
            <ac:spMk id="50" creationId="{13BD4046-B39C-48A6-92DA-84DE83E49FD6}"/>
          </ac:spMkLst>
        </pc:spChg>
        <pc:spChg chg="add mod">
          <ac:chgData name="" userId="5297cb8ba9ee32b8" providerId="LiveId" clId="{CDAA9204-01CB-4B22-873F-767FF3086D00}" dt="2026-02-27T14:20:35.285" v="630" actId="1035"/>
          <ac:spMkLst>
            <pc:docMk/>
            <pc:sldMk cId="4224714172" sldId="258"/>
            <ac:spMk id="51" creationId="{CC6215C3-97D4-402D-89CF-5F09F0895492}"/>
          </ac:spMkLst>
        </pc:spChg>
        <pc:spChg chg="add mod">
          <ac:chgData name="" userId="5297cb8ba9ee32b8" providerId="LiveId" clId="{CDAA9204-01CB-4B22-873F-767FF3086D00}" dt="2026-02-27T14:16:39.774" v="595" actId="20577"/>
          <ac:spMkLst>
            <pc:docMk/>
            <pc:sldMk cId="4224714172" sldId="258"/>
            <ac:spMk id="53" creationId="{3702B714-DCAD-4A6F-90E1-95D49EDF5C49}"/>
          </ac:spMkLst>
        </pc:spChg>
        <pc:spChg chg="add mod">
          <ac:chgData name="" userId="5297cb8ba9ee32b8" providerId="LiveId" clId="{CDAA9204-01CB-4B22-873F-767FF3086D00}" dt="2026-02-27T14:16:48.017" v="597" actId="20577"/>
          <ac:spMkLst>
            <pc:docMk/>
            <pc:sldMk cId="4224714172" sldId="258"/>
            <ac:spMk id="54" creationId="{7DE46A72-BBDC-44AA-B5FD-9E59FCAA92EC}"/>
          </ac:spMkLst>
        </pc:spChg>
        <pc:spChg chg="add mod">
          <ac:chgData name="" userId="5297cb8ba9ee32b8" providerId="LiveId" clId="{CDAA9204-01CB-4B22-873F-767FF3086D00}" dt="2026-02-27T14:17:05.330" v="601" actId="20577"/>
          <ac:spMkLst>
            <pc:docMk/>
            <pc:sldMk cId="4224714172" sldId="258"/>
            <ac:spMk id="55" creationId="{A32C14BE-7097-4E21-8EC1-FE26A7997808}"/>
          </ac:spMkLst>
        </pc:spChg>
        <pc:spChg chg="add mod">
          <ac:chgData name="" userId="5297cb8ba9ee32b8" providerId="LiveId" clId="{CDAA9204-01CB-4B22-873F-767FF3086D00}" dt="2026-02-27T14:17:13.137" v="603" actId="20577"/>
          <ac:spMkLst>
            <pc:docMk/>
            <pc:sldMk cId="4224714172" sldId="258"/>
            <ac:spMk id="57" creationId="{C7B725C0-B3F7-4ED7-8305-2342FBB5DEB4}"/>
          </ac:spMkLst>
        </pc:spChg>
        <pc:spChg chg="add mod">
          <ac:chgData name="" userId="5297cb8ba9ee32b8" providerId="LiveId" clId="{CDAA9204-01CB-4B22-873F-767FF3086D00}" dt="2026-02-27T14:17:28.060" v="605" actId="20577"/>
          <ac:spMkLst>
            <pc:docMk/>
            <pc:sldMk cId="4224714172" sldId="258"/>
            <ac:spMk id="58" creationId="{35C84C11-4673-4857-B7C1-334F6D1D8F00}"/>
          </ac:spMkLst>
        </pc:spChg>
        <pc:spChg chg="add mod">
          <ac:chgData name="" userId="5297cb8ba9ee32b8" providerId="LiveId" clId="{CDAA9204-01CB-4B22-873F-767FF3086D00}" dt="2026-02-27T14:17:35.806" v="608" actId="20577"/>
          <ac:spMkLst>
            <pc:docMk/>
            <pc:sldMk cId="4224714172" sldId="258"/>
            <ac:spMk id="59" creationId="{ADCF3D74-28DA-4D6B-86C9-90F7E605E87C}"/>
          </ac:spMkLst>
        </pc:spChg>
        <pc:spChg chg="add mod">
          <ac:chgData name="" userId="5297cb8ba9ee32b8" providerId="LiveId" clId="{CDAA9204-01CB-4B22-873F-767FF3086D00}" dt="2026-02-27T14:17:51.046" v="612" actId="20577"/>
          <ac:spMkLst>
            <pc:docMk/>
            <pc:sldMk cId="4224714172" sldId="258"/>
            <ac:spMk id="60" creationId="{E5BBD5D0-166E-4332-9D12-B69C5FF67189}"/>
          </ac:spMkLst>
        </pc:spChg>
        <pc:spChg chg="add mod">
          <ac:chgData name="" userId="5297cb8ba9ee32b8" providerId="LiveId" clId="{CDAA9204-01CB-4B22-873F-767FF3086D00}" dt="2026-02-27T14:17:58.943" v="614" actId="20577"/>
          <ac:spMkLst>
            <pc:docMk/>
            <pc:sldMk cId="4224714172" sldId="258"/>
            <ac:spMk id="61" creationId="{96363546-2164-4BC1-91FD-39FC9189548B}"/>
          </ac:spMkLst>
        </pc:spChg>
        <pc:spChg chg="add mod">
          <ac:chgData name="" userId="5297cb8ba9ee32b8" providerId="LiveId" clId="{CDAA9204-01CB-4B22-873F-767FF3086D00}" dt="2026-02-27T14:18:15.452" v="616" actId="20577"/>
          <ac:spMkLst>
            <pc:docMk/>
            <pc:sldMk cId="4224714172" sldId="258"/>
            <ac:spMk id="62" creationId="{ACF3C387-0DE9-498E-AFCC-65ECD29E8C52}"/>
          </ac:spMkLst>
        </pc:spChg>
        <pc:spChg chg="add mod">
          <ac:chgData name="" userId="5297cb8ba9ee32b8" providerId="LiveId" clId="{CDAA9204-01CB-4B22-873F-767FF3086D00}" dt="2026-02-27T14:18:27.873" v="618" actId="20577"/>
          <ac:spMkLst>
            <pc:docMk/>
            <pc:sldMk cId="4224714172" sldId="258"/>
            <ac:spMk id="63" creationId="{6B0363AA-3B7D-4E56-9AFB-1AFFE68C5748}"/>
          </ac:spMkLst>
        </pc:spChg>
        <pc:spChg chg="add mod">
          <ac:chgData name="" userId="5297cb8ba9ee32b8" providerId="LiveId" clId="{CDAA9204-01CB-4B22-873F-767FF3086D00}" dt="2026-02-27T14:18:49.590" v="621" actId="20577"/>
          <ac:spMkLst>
            <pc:docMk/>
            <pc:sldMk cId="4224714172" sldId="258"/>
            <ac:spMk id="64" creationId="{B8455471-02CA-4989-9353-C75D3FA59DE7}"/>
          </ac:spMkLst>
        </pc:spChg>
        <pc:spChg chg="add mod">
          <ac:chgData name="" userId="5297cb8ba9ee32b8" providerId="LiveId" clId="{CDAA9204-01CB-4B22-873F-767FF3086D00}" dt="2026-02-27T14:18:54.531" v="623" actId="20577"/>
          <ac:spMkLst>
            <pc:docMk/>
            <pc:sldMk cId="4224714172" sldId="258"/>
            <ac:spMk id="65" creationId="{4401CA8C-DABB-4A04-8E20-75E21196A8BC}"/>
          </ac:spMkLst>
        </pc:spChg>
        <pc:cxnChg chg="mod">
          <ac:chgData name="" userId="5297cb8ba9ee32b8" providerId="LiveId" clId="{CDAA9204-01CB-4B22-873F-767FF3086D00}" dt="2026-02-27T14:20:44.743" v="631" actId="1076"/>
          <ac:cxnSpMkLst>
            <pc:docMk/>
            <pc:sldMk cId="4224714172" sldId="258"/>
            <ac:cxnSpMk id="18" creationId="{D9107E15-A05B-43E1-A384-01E014CB59D1}"/>
          </ac:cxnSpMkLst>
        </pc:cxnChg>
        <pc:cxnChg chg="mod">
          <ac:chgData name="" userId="5297cb8ba9ee32b8" providerId="LiveId" clId="{CDAA9204-01CB-4B22-873F-767FF3086D00}" dt="2026-02-27T14:20:44.743" v="631" actId="1076"/>
          <ac:cxnSpMkLst>
            <pc:docMk/>
            <pc:sldMk cId="4224714172" sldId="258"/>
            <ac:cxnSpMk id="24" creationId="{8C9B2A4A-B7D4-4486-9499-1E868CAE7434}"/>
          </ac:cxnSpMkLst>
        </pc:cxnChg>
        <pc:cxnChg chg="mod">
          <ac:chgData name="" userId="5297cb8ba9ee32b8" providerId="LiveId" clId="{CDAA9204-01CB-4B22-873F-767FF3086D00}" dt="2026-02-27T14:20:44.743" v="631" actId="1076"/>
          <ac:cxnSpMkLst>
            <pc:docMk/>
            <pc:sldMk cId="4224714172" sldId="258"/>
            <ac:cxnSpMk id="32" creationId="{89F487E0-0928-40F5-B007-8D9166F10683}"/>
          </ac:cxnSpMkLst>
        </pc:cxnChg>
      </pc:sldChg>
      <pc:sldChg chg="addSp delSp modSp add">
        <pc:chgData name="" userId="5297cb8ba9ee32b8" providerId="LiveId" clId="{CDAA9204-01CB-4B22-873F-767FF3086D00}" dt="2026-02-27T14:43:16.504" v="808" actId="478"/>
        <pc:sldMkLst>
          <pc:docMk/>
          <pc:sldMk cId="1671201742" sldId="259"/>
        </pc:sldMkLst>
        <pc:spChg chg="add mod">
          <ac:chgData name="" userId="5297cb8ba9ee32b8" providerId="LiveId" clId="{CDAA9204-01CB-4B22-873F-767FF3086D00}" dt="2026-02-27T14:29:42.230" v="701" actId="20577"/>
          <ac:spMkLst>
            <pc:docMk/>
            <pc:sldMk cId="1671201742" sldId="259"/>
            <ac:spMk id="29" creationId="{57854F57-D14C-4578-A89D-46981374F72E}"/>
          </ac:spMkLst>
        </pc:spChg>
        <pc:spChg chg="add mod">
          <ac:chgData name="" userId="5297cb8ba9ee32b8" providerId="LiveId" clId="{CDAA9204-01CB-4B22-873F-767FF3086D00}" dt="2026-02-27T14:31:24.412" v="719" actId="1076"/>
          <ac:spMkLst>
            <pc:docMk/>
            <pc:sldMk cId="1671201742" sldId="259"/>
            <ac:spMk id="31" creationId="{B9A71514-2E49-4784-AB07-7F666C761834}"/>
          </ac:spMkLst>
        </pc:spChg>
        <pc:spChg chg="add mod">
          <ac:chgData name="" userId="5297cb8ba9ee32b8" providerId="LiveId" clId="{CDAA9204-01CB-4B22-873F-767FF3086D00}" dt="2026-02-27T14:31:31.302" v="721" actId="20577"/>
          <ac:spMkLst>
            <pc:docMk/>
            <pc:sldMk cId="1671201742" sldId="259"/>
            <ac:spMk id="33" creationId="{F7E24D02-1D2D-4409-86CF-A33A5D260275}"/>
          </ac:spMkLst>
        </pc:spChg>
        <pc:spChg chg="add mod">
          <ac:chgData name="" userId="5297cb8ba9ee32b8" providerId="LiveId" clId="{CDAA9204-01CB-4B22-873F-767FF3086D00}" dt="2026-02-27T14:31:45.250" v="723" actId="20577"/>
          <ac:spMkLst>
            <pc:docMk/>
            <pc:sldMk cId="1671201742" sldId="259"/>
            <ac:spMk id="34" creationId="{6645F49E-F4CD-4734-B471-581AA698C86A}"/>
          </ac:spMkLst>
        </pc:spChg>
        <pc:spChg chg="add mod">
          <ac:chgData name="" userId="5297cb8ba9ee32b8" providerId="LiveId" clId="{CDAA9204-01CB-4B22-873F-767FF3086D00}" dt="2026-02-27T14:31:51.938" v="725" actId="20577"/>
          <ac:spMkLst>
            <pc:docMk/>
            <pc:sldMk cId="1671201742" sldId="259"/>
            <ac:spMk id="35" creationId="{E6B320BF-C6AF-44C0-B617-5D4461B5A27C}"/>
          </ac:spMkLst>
        </pc:spChg>
        <pc:spChg chg="add mod">
          <ac:chgData name="" userId="5297cb8ba9ee32b8" providerId="LiveId" clId="{CDAA9204-01CB-4B22-873F-767FF3086D00}" dt="2026-02-27T14:31:59.732" v="727" actId="20577"/>
          <ac:spMkLst>
            <pc:docMk/>
            <pc:sldMk cId="1671201742" sldId="259"/>
            <ac:spMk id="36" creationId="{F70E4A1F-F8BE-4AD4-953D-76497D48FE8F}"/>
          </ac:spMkLst>
        </pc:spChg>
        <pc:spChg chg="add mod">
          <ac:chgData name="" userId="5297cb8ba9ee32b8" providerId="LiveId" clId="{CDAA9204-01CB-4B22-873F-767FF3086D00}" dt="2026-02-27T14:32:08.446" v="730" actId="20577"/>
          <ac:spMkLst>
            <pc:docMk/>
            <pc:sldMk cId="1671201742" sldId="259"/>
            <ac:spMk id="37" creationId="{F631369B-879A-4307-987F-6CC1694CF7AC}"/>
          </ac:spMkLst>
        </pc:spChg>
        <pc:spChg chg="add mod">
          <ac:chgData name="" userId="5297cb8ba9ee32b8" providerId="LiveId" clId="{CDAA9204-01CB-4B22-873F-767FF3086D00}" dt="2026-02-27T14:32:18.376" v="732" actId="20577"/>
          <ac:spMkLst>
            <pc:docMk/>
            <pc:sldMk cId="1671201742" sldId="259"/>
            <ac:spMk id="38" creationId="{1FF944C0-E69A-4206-8DF5-733A1198CC41}"/>
          </ac:spMkLst>
        </pc:spChg>
        <pc:spChg chg="add mod">
          <ac:chgData name="" userId="5297cb8ba9ee32b8" providerId="LiveId" clId="{CDAA9204-01CB-4B22-873F-767FF3086D00}" dt="2026-02-27T14:32:24.854" v="734" actId="20577"/>
          <ac:spMkLst>
            <pc:docMk/>
            <pc:sldMk cId="1671201742" sldId="259"/>
            <ac:spMk id="40" creationId="{5A2FB684-8E73-478C-8657-1535F22E41B2}"/>
          </ac:spMkLst>
        </pc:spChg>
        <pc:spChg chg="add mod">
          <ac:chgData name="" userId="5297cb8ba9ee32b8" providerId="LiveId" clId="{CDAA9204-01CB-4B22-873F-767FF3086D00}" dt="2026-02-27T14:32:30.809" v="736" actId="20577"/>
          <ac:spMkLst>
            <pc:docMk/>
            <pc:sldMk cId="1671201742" sldId="259"/>
            <ac:spMk id="41" creationId="{A94AF52F-88E0-4A6F-A1DF-C7C8410057A3}"/>
          </ac:spMkLst>
        </pc:spChg>
        <pc:spChg chg="add mod">
          <ac:chgData name="" userId="5297cb8ba9ee32b8" providerId="LiveId" clId="{CDAA9204-01CB-4B22-873F-767FF3086D00}" dt="2026-02-27T14:32:38.310" v="738" actId="20577"/>
          <ac:spMkLst>
            <pc:docMk/>
            <pc:sldMk cId="1671201742" sldId="259"/>
            <ac:spMk id="42" creationId="{26A96F55-3EB1-4213-AD70-F0F160938746}"/>
          </ac:spMkLst>
        </pc:spChg>
        <pc:spChg chg="add mod">
          <ac:chgData name="" userId="5297cb8ba9ee32b8" providerId="LiveId" clId="{CDAA9204-01CB-4B22-873F-767FF3086D00}" dt="2026-02-27T14:32:54.273" v="741" actId="20577"/>
          <ac:spMkLst>
            <pc:docMk/>
            <pc:sldMk cId="1671201742" sldId="259"/>
            <ac:spMk id="43" creationId="{9AEBF8C5-A866-4524-A306-D3B836BABC16}"/>
          </ac:spMkLst>
        </pc:spChg>
        <pc:spChg chg="add mod">
          <ac:chgData name="" userId="5297cb8ba9ee32b8" providerId="LiveId" clId="{CDAA9204-01CB-4B22-873F-767FF3086D00}" dt="2026-02-27T14:33:01.586" v="744" actId="20577"/>
          <ac:spMkLst>
            <pc:docMk/>
            <pc:sldMk cId="1671201742" sldId="259"/>
            <ac:spMk id="44" creationId="{797A4310-7CAB-4B72-B616-EDB5768390C6}"/>
          </ac:spMkLst>
        </pc:spChg>
        <pc:spChg chg="add mod">
          <ac:chgData name="" userId="5297cb8ba9ee32b8" providerId="LiveId" clId="{CDAA9204-01CB-4B22-873F-767FF3086D00}" dt="2026-02-27T14:33:06.926" v="746" actId="20577"/>
          <ac:spMkLst>
            <pc:docMk/>
            <pc:sldMk cId="1671201742" sldId="259"/>
            <ac:spMk id="45" creationId="{6196CE40-2E81-46CE-9E6E-90877455EEDB}"/>
          </ac:spMkLst>
        </pc:spChg>
        <pc:spChg chg="add mod">
          <ac:chgData name="" userId="5297cb8ba9ee32b8" providerId="LiveId" clId="{CDAA9204-01CB-4B22-873F-767FF3086D00}" dt="2026-02-27T14:33:12.614" v="748" actId="20577"/>
          <ac:spMkLst>
            <pc:docMk/>
            <pc:sldMk cId="1671201742" sldId="259"/>
            <ac:spMk id="46" creationId="{4459FA16-76E1-4960-B5FB-B49B17BAA675}"/>
          </ac:spMkLst>
        </pc:spChg>
        <pc:spChg chg="add mod">
          <ac:chgData name="" userId="5297cb8ba9ee32b8" providerId="LiveId" clId="{CDAA9204-01CB-4B22-873F-767FF3086D00}" dt="2026-02-27T14:33:18.932" v="750" actId="20577"/>
          <ac:spMkLst>
            <pc:docMk/>
            <pc:sldMk cId="1671201742" sldId="259"/>
            <ac:spMk id="47" creationId="{120AEEE0-C693-4DF0-B630-91CDDE3754C3}"/>
          </ac:spMkLst>
        </pc:spChg>
        <pc:spChg chg="add mod">
          <ac:chgData name="" userId="5297cb8ba9ee32b8" providerId="LiveId" clId="{CDAA9204-01CB-4B22-873F-767FF3086D00}" dt="2026-02-27T14:33:24.248" v="752" actId="20577"/>
          <ac:spMkLst>
            <pc:docMk/>
            <pc:sldMk cId="1671201742" sldId="259"/>
            <ac:spMk id="49" creationId="{08B4C621-2F75-4045-9F77-347B7D96D1CA}"/>
          </ac:spMkLst>
        </pc:spChg>
        <pc:spChg chg="add mod">
          <ac:chgData name="" userId="5297cb8ba9ee32b8" providerId="LiveId" clId="{CDAA9204-01CB-4B22-873F-767FF3086D00}" dt="2026-02-27T14:34:00.289" v="756" actId="20577"/>
          <ac:spMkLst>
            <pc:docMk/>
            <pc:sldMk cId="1671201742" sldId="259"/>
            <ac:spMk id="50" creationId="{DAAF0A67-DE44-45FA-AAAD-CB02FFCF8D09}"/>
          </ac:spMkLst>
        </pc:spChg>
        <pc:spChg chg="add mod">
          <ac:chgData name="" userId="5297cb8ba9ee32b8" providerId="LiveId" clId="{CDAA9204-01CB-4B22-873F-767FF3086D00}" dt="2026-02-27T14:34:16.833" v="759" actId="20577"/>
          <ac:spMkLst>
            <pc:docMk/>
            <pc:sldMk cId="1671201742" sldId="259"/>
            <ac:spMk id="51" creationId="{82B9101A-4177-4BEA-A431-738378A6C237}"/>
          </ac:spMkLst>
        </pc:spChg>
        <pc:spChg chg="add mod">
          <ac:chgData name="" userId="5297cb8ba9ee32b8" providerId="LiveId" clId="{CDAA9204-01CB-4B22-873F-767FF3086D00}" dt="2026-02-27T14:34:27.295" v="761" actId="20577"/>
          <ac:spMkLst>
            <pc:docMk/>
            <pc:sldMk cId="1671201742" sldId="259"/>
            <ac:spMk id="53" creationId="{CD429F55-F37A-41E4-AE7F-8CC90B8C8F02}"/>
          </ac:spMkLst>
        </pc:spChg>
        <pc:spChg chg="add mod">
          <ac:chgData name="" userId="5297cb8ba9ee32b8" providerId="LiveId" clId="{CDAA9204-01CB-4B22-873F-767FF3086D00}" dt="2026-02-27T14:34:31.908" v="763" actId="20577"/>
          <ac:spMkLst>
            <pc:docMk/>
            <pc:sldMk cId="1671201742" sldId="259"/>
            <ac:spMk id="54" creationId="{95D28934-34CD-45E6-B7BC-F07D2ADE1257}"/>
          </ac:spMkLst>
        </pc:spChg>
        <pc:spChg chg="add mod">
          <ac:chgData name="" userId="5297cb8ba9ee32b8" providerId="LiveId" clId="{CDAA9204-01CB-4B22-873F-767FF3086D00}" dt="2026-02-27T14:34:38.359" v="765" actId="20577"/>
          <ac:spMkLst>
            <pc:docMk/>
            <pc:sldMk cId="1671201742" sldId="259"/>
            <ac:spMk id="55" creationId="{A486FD5C-8359-423F-ABD3-C62B284DC05C}"/>
          </ac:spMkLst>
        </pc:spChg>
        <pc:spChg chg="add mod">
          <ac:chgData name="" userId="5297cb8ba9ee32b8" providerId="LiveId" clId="{CDAA9204-01CB-4B22-873F-767FF3086D00}" dt="2026-02-27T14:34:44.686" v="767" actId="20577"/>
          <ac:spMkLst>
            <pc:docMk/>
            <pc:sldMk cId="1671201742" sldId="259"/>
            <ac:spMk id="57" creationId="{C0175AB9-BAEF-4E09-AB26-B9D6D322C82E}"/>
          </ac:spMkLst>
        </pc:spChg>
        <pc:spChg chg="add mod">
          <ac:chgData name="" userId="5297cb8ba9ee32b8" providerId="LiveId" clId="{CDAA9204-01CB-4B22-873F-767FF3086D00}" dt="2026-02-27T14:34:54.037" v="769" actId="20577"/>
          <ac:spMkLst>
            <pc:docMk/>
            <pc:sldMk cId="1671201742" sldId="259"/>
            <ac:spMk id="58" creationId="{14892B66-2C3A-4EC5-B054-C9CA4050544B}"/>
          </ac:spMkLst>
        </pc:spChg>
        <pc:spChg chg="add mod">
          <ac:chgData name="" userId="5297cb8ba9ee32b8" providerId="LiveId" clId="{CDAA9204-01CB-4B22-873F-767FF3086D00}" dt="2026-02-27T14:35:00.788" v="771" actId="20577"/>
          <ac:spMkLst>
            <pc:docMk/>
            <pc:sldMk cId="1671201742" sldId="259"/>
            <ac:spMk id="59" creationId="{52F742D3-954B-4A68-95D9-3237111EA2E2}"/>
          </ac:spMkLst>
        </pc:spChg>
        <pc:spChg chg="add mod">
          <ac:chgData name="" userId="5297cb8ba9ee32b8" providerId="LiveId" clId="{CDAA9204-01CB-4B22-873F-767FF3086D00}" dt="2026-02-27T14:35:22.301" v="776" actId="1076"/>
          <ac:spMkLst>
            <pc:docMk/>
            <pc:sldMk cId="1671201742" sldId="259"/>
            <ac:spMk id="60" creationId="{CCE2AF57-9DED-4A6F-9B54-F4AC1E59C829}"/>
          </ac:spMkLst>
        </pc:spChg>
        <pc:spChg chg="add mod">
          <ac:chgData name="" userId="5297cb8ba9ee32b8" providerId="LiveId" clId="{CDAA9204-01CB-4B22-873F-767FF3086D00}" dt="2026-02-27T14:35:14.384" v="775" actId="20577"/>
          <ac:spMkLst>
            <pc:docMk/>
            <pc:sldMk cId="1671201742" sldId="259"/>
            <ac:spMk id="61" creationId="{8DBEE189-CF17-4E4D-96B1-67AC6E4BD7A0}"/>
          </ac:spMkLst>
        </pc:spChg>
        <pc:spChg chg="add mod">
          <ac:chgData name="" userId="5297cb8ba9ee32b8" providerId="LiveId" clId="{CDAA9204-01CB-4B22-873F-767FF3086D00}" dt="2026-02-27T14:35:37.755" v="782" actId="1076"/>
          <ac:spMkLst>
            <pc:docMk/>
            <pc:sldMk cId="1671201742" sldId="259"/>
            <ac:spMk id="62" creationId="{D56B6EEC-FD0A-4C0F-8B76-3C8CD41A7BCE}"/>
          </ac:spMkLst>
        </pc:spChg>
        <pc:spChg chg="add mod">
          <ac:chgData name="" userId="5297cb8ba9ee32b8" providerId="LiveId" clId="{CDAA9204-01CB-4B22-873F-767FF3086D00}" dt="2026-02-27T14:35:50.385" v="788" actId="20577"/>
          <ac:spMkLst>
            <pc:docMk/>
            <pc:sldMk cId="1671201742" sldId="259"/>
            <ac:spMk id="63" creationId="{2912A9F8-61A8-4ED0-B1B2-D8E86127D32B}"/>
          </ac:spMkLst>
        </pc:spChg>
        <pc:spChg chg="add mod">
          <ac:chgData name="" userId="5297cb8ba9ee32b8" providerId="LiveId" clId="{CDAA9204-01CB-4B22-873F-767FF3086D00}" dt="2026-02-27T14:35:57.070" v="790" actId="20577"/>
          <ac:spMkLst>
            <pc:docMk/>
            <pc:sldMk cId="1671201742" sldId="259"/>
            <ac:spMk id="65" creationId="{B3B796C3-C131-47ED-8EF9-326EC180D373}"/>
          </ac:spMkLst>
        </pc:spChg>
        <pc:spChg chg="add mod">
          <ac:chgData name="" userId="5297cb8ba9ee32b8" providerId="LiveId" clId="{CDAA9204-01CB-4B22-873F-767FF3086D00}" dt="2026-02-27T14:36:11.470" v="793" actId="1076"/>
          <ac:spMkLst>
            <pc:docMk/>
            <pc:sldMk cId="1671201742" sldId="259"/>
            <ac:spMk id="66" creationId="{C0EE171E-7D5A-47C1-BC5C-38C13F6798D8}"/>
          </ac:spMkLst>
        </pc:spChg>
        <pc:spChg chg="add mod">
          <ac:chgData name="" userId="5297cb8ba9ee32b8" providerId="LiveId" clId="{CDAA9204-01CB-4B22-873F-767FF3086D00}" dt="2026-02-27T14:36:21.754" v="795" actId="20577"/>
          <ac:spMkLst>
            <pc:docMk/>
            <pc:sldMk cId="1671201742" sldId="259"/>
            <ac:spMk id="67" creationId="{076B642A-1A3E-4C22-9A1F-14BC52477650}"/>
          </ac:spMkLst>
        </pc:spChg>
        <pc:spChg chg="add mod">
          <ac:chgData name="" userId="5297cb8ba9ee32b8" providerId="LiveId" clId="{CDAA9204-01CB-4B22-873F-767FF3086D00}" dt="2026-02-27T14:36:31.276" v="798" actId="1076"/>
          <ac:spMkLst>
            <pc:docMk/>
            <pc:sldMk cId="1671201742" sldId="259"/>
            <ac:spMk id="68" creationId="{29FDAD5A-423E-481C-9B54-DCABA48D58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5A091-F08B-4AC3-B9C0-FACD348CB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FCE33E-EA63-4A33-B7D0-8D2D5CF6C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FA97FC-608C-4B15-A1A4-5B63294D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9EABE9-8DD1-4330-8693-D41E27D6B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6FE727-D4E6-4E2C-B898-3DEF8338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740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9AB80-9407-469B-9C49-258600C8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E09182-60FF-42F3-8D15-A0951DC3B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AD8884-C71C-4E09-8CCE-5EA1E68C6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DF247A-EEBA-4CC7-8323-A17382D3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29EE5-D7E0-4E2D-9A94-7C1529CB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428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5EBD9B-AD29-4022-AB2E-1504D957A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5907C7-BF2A-4D7E-801A-2BD3AA13E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C5AA14-C64C-4136-B8D5-CBCB81405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3F6C92-6BFC-4AC6-A0F5-61D1528F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14DE46-E274-4356-85B2-8D43B8B4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578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2E79D-49DC-4778-8D1F-5254B5C7A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802472-95E9-4EAF-9CDF-9FB622A86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416941-6B75-41F3-8CD2-D9E52E4D0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D48FA6-3F86-47EE-BE41-B3D4CB6E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961EAA-1E54-4AC0-BEA3-6AA8DC67D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094465-AC4D-41A6-A044-D99CC9C9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2190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3F376-E87E-42BA-AD8F-E8B818035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A63CE0-D96C-4A74-BF6B-6409B5D02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8BE8E1-58A8-4E78-A47D-698424127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E05D66-31E4-4D18-9F9C-3EFBB926D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2A905D-DA07-4BEE-9B81-9C59C9F35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661CE6-D47C-467C-8FE2-266477BB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DD109C4-CB9C-4FA8-AF24-622EB4202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3F09DD-0A2C-4509-92AC-C2A7ED35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299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5F7C9-2178-4C6F-87F0-B6FEBFF38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D8FF90-FEE5-488A-90AB-993FC2C3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AD771A-36F7-43F4-B40E-5AAB525F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7672D6-252F-46F4-ACB8-41D45B41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562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B5E6BA-BC68-46D0-8E5E-7AA990F7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6A2B8F-2047-444B-B50F-29435F9E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DE86FE-33AF-482C-9F09-CABC921A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143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999EF-A849-4A21-8539-58352532F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33BC5B-DE21-4263-BDDE-39F76FDA5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32311E-9E39-4A58-BAEE-3836937D3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544C9F-8DD6-48DC-9244-E2BABB84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F7DBB7-586C-4801-BBA9-8EDE16BE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C60A3D-8D78-47AB-8771-F267F5AA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314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49161-6D46-4229-8E1A-A8316FA4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E01056-EBB8-4FD6-B8DB-5CD3F987C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3AE9C5-1D9D-4265-A5B7-4D9A8A0A5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CE42A4-8108-4304-BEA1-E2F6BFFF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9962F5-CA0D-4E87-A736-ADFF5192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650619-4A53-4548-BA59-55BE9E4D3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448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DB891-D7D7-4157-A256-904A7A32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342B78-4AB9-4E8E-83F4-9BE9F826D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9623-A602-456F-9898-0BE88C75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B38818-C6B4-415C-AFCE-5D89091E3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1201C9-B9BD-4761-826A-A9CBCDDE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75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EDD800-8072-4E53-9D6B-5AE22C281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1D751A-F814-489E-8C4A-9A41D2A55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0C53F2-3CE2-4041-82F4-23051856A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7EB35-D87A-4A18-877D-83B9D0F7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0EB6B7-A164-4290-93C9-F0CA205B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824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030C7A-6BD7-420F-9D3D-AEAE8586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94E269-DBAF-42FD-91A0-2CD3A371B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B3E412-63C2-4758-A8E9-EB287F3010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E03DA-AEBF-45FB-A360-2AC059E6BED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209CD6-8146-4375-BE34-388AF15E7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0BA45C-04B4-4F7A-9A50-D0D98CE52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E9D84-EAC5-43A4-BDB9-2BBD6DF48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733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1CD7AF3-3F34-453B-9640-935F185F72FF}"/>
              </a:ext>
            </a:extLst>
          </p:cNvPr>
          <p:cNvSpPr txBox="1"/>
          <p:nvPr/>
        </p:nvSpPr>
        <p:spPr>
          <a:xfrm>
            <a:off x="2803777" y="45775"/>
            <a:ext cx="5615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CONECTIVIDAD WAN – ALIANZA TURISMO POR COLOMBIA</a:t>
            </a:r>
            <a:endParaRPr lang="es-CO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A3A986D-3745-4537-8838-0AD0035C40EA}"/>
              </a:ext>
            </a:extLst>
          </p:cNvPr>
          <p:cNvSpPr/>
          <p:nvPr/>
        </p:nvSpPr>
        <p:spPr>
          <a:xfrm>
            <a:off x="4819972" y="1472748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Cartagena</a:t>
            </a:r>
            <a:endParaRPr lang="es-CO" sz="160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0305E2D-76A9-4463-A09D-B3919E2E1271}"/>
              </a:ext>
            </a:extLst>
          </p:cNvPr>
          <p:cNvSpPr/>
          <p:nvPr/>
        </p:nvSpPr>
        <p:spPr>
          <a:xfrm>
            <a:off x="7199228" y="2685728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Pasto</a:t>
            </a:r>
            <a:endParaRPr lang="es-CO" sz="160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FB983CD-7B7C-4385-93E7-613BF89F3C46}"/>
              </a:ext>
            </a:extLst>
          </p:cNvPr>
          <p:cNvSpPr/>
          <p:nvPr/>
        </p:nvSpPr>
        <p:spPr>
          <a:xfrm>
            <a:off x="5014777" y="3348174"/>
            <a:ext cx="1250302" cy="1212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Bogotá</a:t>
            </a:r>
            <a:endParaRPr lang="es-CO" sz="160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9A6533F-68F8-49E6-9766-A5AF54D48C99}"/>
              </a:ext>
            </a:extLst>
          </p:cNvPr>
          <p:cNvSpPr/>
          <p:nvPr/>
        </p:nvSpPr>
        <p:spPr>
          <a:xfrm>
            <a:off x="6574077" y="4692959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Cali</a:t>
            </a:r>
            <a:endParaRPr lang="es-CO" sz="160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3EF7629-518A-4373-AD8A-4962B24871EB}"/>
              </a:ext>
            </a:extLst>
          </p:cNvPr>
          <p:cNvSpPr/>
          <p:nvPr/>
        </p:nvSpPr>
        <p:spPr>
          <a:xfrm>
            <a:off x="8943029" y="305275"/>
            <a:ext cx="1250302" cy="1212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Medellín</a:t>
            </a:r>
            <a:endParaRPr lang="es-CO" sz="160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6BA504D-6D96-4DBC-9233-49AF1E95C480}"/>
              </a:ext>
            </a:extLst>
          </p:cNvPr>
          <p:cNvSpPr/>
          <p:nvPr/>
        </p:nvSpPr>
        <p:spPr>
          <a:xfrm>
            <a:off x="1373517" y="690401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Bucaramanga</a:t>
            </a:r>
            <a:endParaRPr lang="es-CO" sz="160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17A6739-D83C-48CA-BE58-0C6146F2CCF8}"/>
              </a:ext>
            </a:extLst>
          </p:cNvPr>
          <p:cNvSpPr/>
          <p:nvPr/>
        </p:nvSpPr>
        <p:spPr>
          <a:xfrm>
            <a:off x="3046460" y="3137341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Barranquilla</a:t>
            </a:r>
            <a:endParaRPr lang="es-CO" sz="160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E8D0F49-022D-4345-8E58-865B9B4F244B}"/>
              </a:ext>
            </a:extLst>
          </p:cNvPr>
          <p:cNvSpPr/>
          <p:nvPr/>
        </p:nvSpPr>
        <p:spPr>
          <a:xfrm>
            <a:off x="3220667" y="5121812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Tunja</a:t>
            </a:r>
            <a:endParaRPr lang="es-CO" sz="160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B1B4881-874B-4358-A070-F36C4CC19194}"/>
              </a:ext>
            </a:extLst>
          </p:cNvPr>
          <p:cNvSpPr/>
          <p:nvPr/>
        </p:nvSpPr>
        <p:spPr>
          <a:xfrm>
            <a:off x="974237" y="3776588"/>
            <a:ext cx="1497620" cy="1212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Santa Marta</a:t>
            </a:r>
            <a:endParaRPr lang="es-CO" sz="1600" dirty="0"/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D9107E15-A05B-43E1-A384-01E014CB59D1}"/>
              </a:ext>
            </a:extLst>
          </p:cNvPr>
          <p:cNvCxnSpPr>
            <a:cxnSpLocks/>
            <a:stCxn id="6" idx="5"/>
            <a:endCxn id="12" idx="4"/>
          </p:cNvCxnSpPr>
          <p:nvPr/>
        </p:nvCxnSpPr>
        <p:spPr>
          <a:xfrm rot="5400000">
            <a:off x="4749263" y="2817626"/>
            <a:ext cx="2613721" cy="4420610"/>
          </a:xfrm>
          <a:prstGeom prst="bentConnector3">
            <a:avLst>
              <a:gd name="adj1" fmla="val 1053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8C9B2A4A-B7D4-4486-9499-1E868CAE7434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rot="5400000">
            <a:off x="6804835" y="4115464"/>
            <a:ext cx="971888" cy="18310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99166C38-F83E-43E2-9B66-78EAC2137A24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rot="10800000" flipV="1">
            <a:off x="2623819" y="911765"/>
            <a:ext cx="6319210" cy="3851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C46EB2B2-C8BC-41FD-BB43-5A34ED4E7B6C}"/>
              </a:ext>
            </a:extLst>
          </p:cNvPr>
          <p:cNvCxnSpPr>
            <a:cxnSpLocks/>
            <a:stCxn id="9" idx="4"/>
            <a:endCxn id="8" idx="6"/>
          </p:cNvCxnSpPr>
          <p:nvPr/>
        </p:nvCxnSpPr>
        <p:spPr>
          <a:xfrm rot="5400000">
            <a:off x="6805683" y="2536952"/>
            <a:ext cx="3781194" cy="174380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89F487E0-0928-40F5-B007-8D9166F10683}"/>
              </a:ext>
            </a:extLst>
          </p:cNvPr>
          <p:cNvCxnSpPr>
            <a:cxnSpLocks/>
            <a:stCxn id="6" idx="1"/>
            <a:endCxn id="5" idx="6"/>
          </p:cNvCxnSpPr>
          <p:nvPr/>
        </p:nvCxnSpPr>
        <p:spPr>
          <a:xfrm rot="16200000" flipV="1">
            <a:off x="6334239" y="1815274"/>
            <a:ext cx="784127" cy="131205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F183ED65-F05D-4540-AD2B-5573A53D7AC2}"/>
              </a:ext>
            </a:extLst>
          </p:cNvPr>
          <p:cNvCxnSpPr>
            <a:cxnSpLocks/>
          </p:cNvCxnSpPr>
          <p:nvPr/>
        </p:nvCxnSpPr>
        <p:spPr>
          <a:xfrm rot="10800000">
            <a:off x="2411308" y="1737564"/>
            <a:ext cx="2472794" cy="60753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DFA0A4F0-02A7-434A-BA8D-B5B059EDF9BD}"/>
              </a:ext>
            </a:extLst>
          </p:cNvPr>
          <p:cNvCxnSpPr>
            <a:cxnSpLocks/>
            <a:stCxn id="11" idx="7"/>
            <a:endCxn id="5" idx="3"/>
          </p:cNvCxnSpPr>
          <p:nvPr/>
        </p:nvCxnSpPr>
        <p:spPr>
          <a:xfrm rot="5400000" flipH="1" flipV="1">
            <a:off x="4154924" y="2466828"/>
            <a:ext cx="806887" cy="88941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9910967A-B90B-48FD-A1E9-DBC64A06E3F5}"/>
              </a:ext>
            </a:extLst>
          </p:cNvPr>
          <p:cNvCxnSpPr>
            <a:cxnSpLocks/>
            <a:stCxn id="13" idx="6"/>
            <a:endCxn id="11" idx="2"/>
          </p:cNvCxnSpPr>
          <p:nvPr/>
        </p:nvCxnSpPr>
        <p:spPr>
          <a:xfrm flipV="1">
            <a:off x="2471857" y="3743831"/>
            <a:ext cx="574603" cy="63924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61B1ACEE-12E9-44A8-BDCB-3F7EB77EF44C}"/>
              </a:ext>
            </a:extLst>
          </p:cNvPr>
          <p:cNvCxnSpPr>
            <a:cxnSpLocks/>
            <a:stCxn id="13" idx="4"/>
            <a:endCxn id="12" idx="2"/>
          </p:cNvCxnSpPr>
          <p:nvPr/>
        </p:nvCxnSpPr>
        <p:spPr>
          <a:xfrm rot="16200000" flipH="1">
            <a:off x="2102490" y="4610125"/>
            <a:ext cx="738734" cy="149762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B28B2679-74D9-4E6E-A310-21AA7B9BF80C}"/>
              </a:ext>
            </a:extLst>
          </p:cNvPr>
          <p:cNvCxnSpPr>
            <a:cxnSpLocks/>
            <a:stCxn id="11" idx="4"/>
            <a:endCxn id="12" idx="1"/>
          </p:cNvCxnSpPr>
          <p:nvPr/>
        </p:nvCxnSpPr>
        <p:spPr>
          <a:xfrm rot="5400000">
            <a:off x="3063126" y="4690964"/>
            <a:ext cx="949128" cy="2678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angular 75">
            <a:extLst>
              <a:ext uri="{FF2B5EF4-FFF2-40B4-BE49-F238E27FC236}">
                <a16:creationId xmlns:a16="http://schemas.microsoft.com/office/drawing/2014/main" id="{146DE459-E85B-470F-8C24-5933B00C32C5}"/>
              </a:ext>
            </a:extLst>
          </p:cNvPr>
          <p:cNvCxnSpPr>
            <a:cxnSpLocks/>
            <a:stCxn id="11" idx="6"/>
            <a:endCxn id="7" idx="2"/>
          </p:cNvCxnSpPr>
          <p:nvPr/>
        </p:nvCxnSpPr>
        <p:spPr>
          <a:xfrm>
            <a:off x="4296762" y="3743831"/>
            <a:ext cx="718015" cy="21083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angular 82">
            <a:extLst>
              <a:ext uri="{FF2B5EF4-FFF2-40B4-BE49-F238E27FC236}">
                <a16:creationId xmlns:a16="http://schemas.microsoft.com/office/drawing/2014/main" id="{4D289394-BAE4-424E-944A-D8AF19FEB8B9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 rot="16200000" flipH="1">
            <a:off x="6176039" y="4289455"/>
            <a:ext cx="487079" cy="67520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angular 84">
            <a:extLst>
              <a:ext uri="{FF2B5EF4-FFF2-40B4-BE49-F238E27FC236}">
                <a16:creationId xmlns:a16="http://schemas.microsoft.com/office/drawing/2014/main" id="{181425FC-0501-4EF3-B040-BEBBB60BC576}"/>
              </a:ext>
            </a:extLst>
          </p:cNvPr>
          <p:cNvCxnSpPr>
            <a:stCxn id="12" idx="6"/>
            <a:endCxn id="8" idx="2"/>
          </p:cNvCxnSpPr>
          <p:nvPr/>
        </p:nvCxnSpPr>
        <p:spPr>
          <a:xfrm flipV="1">
            <a:off x="4470969" y="5299449"/>
            <a:ext cx="2103108" cy="42885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angular 86">
            <a:extLst>
              <a:ext uri="{FF2B5EF4-FFF2-40B4-BE49-F238E27FC236}">
                <a16:creationId xmlns:a16="http://schemas.microsoft.com/office/drawing/2014/main" id="{E24D083E-44DF-440F-BA18-797AC51B050A}"/>
              </a:ext>
            </a:extLst>
          </p:cNvPr>
          <p:cNvCxnSpPr>
            <a:cxnSpLocks/>
          </p:cNvCxnSpPr>
          <p:nvPr/>
        </p:nvCxnSpPr>
        <p:spPr>
          <a:xfrm flipH="1" flipV="1">
            <a:off x="1998668" y="661753"/>
            <a:ext cx="6450862" cy="2601817"/>
          </a:xfrm>
          <a:prstGeom prst="bentConnector4">
            <a:avLst>
              <a:gd name="adj1" fmla="val -3544"/>
              <a:gd name="adj2" fmla="val 10878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ector: angular 291">
            <a:extLst>
              <a:ext uri="{FF2B5EF4-FFF2-40B4-BE49-F238E27FC236}">
                <a16:creationId xmlns:a16="http://schemas.microsoft.com/office/drawing/2014/main" id="{FBDC61CB-33BE-42C6-93EB-152E11660337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 rot="5400000">
            <a:off x="260849" y="2658454"/>
            <a:ext cx="2228481" cy="3630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ctor: angular 295">
            <a:extLst>
              <a:ext uri="{FF2B5EF4-FFF2-40B4-BE49-F238E27FC236}">
                <a16:creationId xmlns:a16="http://schemas.microsoft.com/office/drawing/2014/main" id="{B35FA84F-227F-4022-8AFD-73F301D06B22}"/>
              </a:ext>
            </a:extLst>
          </p:cNvPr>
          <p:cNvCxnSpPr>
            <a:cxnSpLocks/>
            <a:stCxn id="9" idx="3"/>
            <a:endCxn id="7" idx="7"/>
          </p:cNvCxnSpPr>
          <p:nvPr/>
        </p:nvCxnSpPr>
        <p:spPr>
          <a:xfrm rot="5400000">
            <a:off x="6511458" y="911137"/>
            <a:ext cx="2185193" cy="3044154"/>
          </a:xfrm>
          <a:prstGeom prst="bentConnector3">
            <a:avLst>
              <a:gd name="adj1" fmla="val 540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Flecha: a la derecha 314">
            <a:extLst>
              <a:ext uri="{FF2B5EF4-FFF2-40B4-BE49-F238E27FC236}">
                <a16:creationId xmlns:a16="http://schemas.microsoft.com/office/drawing/2014/main" id="{9A76D365-6D60-49F1-AA38-E6D7766CAB3E}"/>
              </a:ext>
            </a:extLst>
          </p:cNvPr>
          <p:cNvSpPr/>
          <p:nvPr/>
        </p:nvSpPr>
        <p:spPr>
          <a:xfrm rot="10800000">
            <a:off x="4308465" y="1996573"/>
            <a:ext cx="359007" cy="2866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6" name="Flecha: a la derecha 315">
            <a:extLst>
              <a:ext uri="{FF2B5EF4-FFF2-40B4-BE49-F238E27FC236}">
                <a16:creationId xmlns:a16="http://schemas.microsoft.com/office/drawing/2014/main" id="{88716FE3-0731-4EE3-B147-A389C489008F}"/>
              </a:ext>
            </a:extLst>
          </p:cNvPr>
          <p:cNvSpPr/>
          <p:nvPr/>
        </p:nvSpPr>
        <p:spPr>
          <a:xfrm rot="5400000">
            <a:off x="9571779" y="1637494"/>
            <a:ext cx="359007" cy="2866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7" name="Flecha: a la derecha 316">
            <a:extLst>
              <a:ext uri="{FF2B5EF4-FFF2-40B4-BE49-F238E27FC236}">
                <a16:creationId xmlns:a16="http://schemas.microsoft.com/office/drawing/2014/main" id="{3B522491-CF4E-4E8F-9465-0F75EDA6A9B1}"/>
              </a:ext>
            </a:extLst>
          </p:cNvPr>
          <p:cNvSpPr/>
          <p:nvPr/>
        </p:nvSpPr>
        <p:spPr>
          <a:xfrm>
            <a:off x="2803777" y="1033785"/>
            <a:ext cx="359007" cy="2866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9" name="Flecha: a la derecha 318">
            <a:extLst>
              <a:ext uri="{FF2B5EF4-FFF2-40B4-BE49-F238E27FC236}">
                <a16:creationId xmlns:a16="http://schemas.microsoft.com/office/drawing/2014/main" id="{2530FCA4-F449-40EB-9E5A-AA568FE0ACED}"/>
              </a:ext>
            </a:extLst>
          </p:cNvPr>
          <p:cNvSpPr/>
          <p:nvPr/>
        </p:nvSpPr>
        <p:spPr>
          <a:xfrm rot="10800000">
            <a:off x="6454033" y="4218394"/>
            <a:ext cx="359007" cy="2866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0" name="Flecha: a la derecha 319">
            <a:extLst>
              <a:ext uri="{FF2B5EF4-FFF2-40B4-BE49-F238E27FC236}">
                <a16:creationId xmlns:a16="http://schemas.microsoft.com/office/drawing/2014/main" id="{E9235F60-B7B9-4508-9E8D-8C0EFFE8C7EE}"/>
              </a:ext>
            </a:extLst>
          </p:cNvPr>
          <p:cNvSpPr/>
          <p:nvPr/>
        </p:nvSpPr>
        <p:spPr>
          <a:xfrm rot="10800000">
            <a:off x="4674642" y="3491044"/>
            <a:ext cx="359007" cy="2866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1" name="Flecha: a la derecha 320">
            <a:extLst>
              <a:ext uri="{FF2B5EF4-FFF2-40B4-BE49-F238E27FC236}">
                <a16:creationId xmlns:a16="http://schemas.microsoft.com/office/drawing/2014/main" id="{1DEC05AB-8F1F-4C80-98F1-F8F640A4A024}"/>
              </a:ext>
            </a:extLst>
          </p:cNvPr>
          <p:cNvSpPr/>
          <p:nvPr/>
        </p:nvSpPr>
        <p:spPr>
          <a:xfrm rot="10800000">
            <a:off x="2604411" y="3431668"/>
            <a:ext cx="359007" cy="2866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2" name="Flecha: a la derecha 321">
            <a:extLst>
              <a:ext uri="{FF2B5EF4-FFF2-40B4-BE49-F238E27FC236}">
                <a16:creationId xmlns:a16="http://schemas.microsoft.com/office/drawing/2014/main" id="{55CD1059-C824-4CC7-AD5A-2F3DA88B2412}"/>
              </a:ext>
            </a:extLst>
          </p:cNvPr>
          <p:cNvSpPr/>
          <p:nvPr/>
        </p:nvSpPr>
        <p:spPr>
          <a:xfrm rot="5400000">
            <a:off x="1739411" y="5215594"/>
            <a:ext cx="359007" cy="2866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3" name="Flecha: a la derecha 322">
            <a:extLst>
              <a:ext uri="{FF2B5EF4-FFF2-40B4-BE49-F238E27FC236}">
                <a16:creationId xmlns:a16="http://schemas.microsoft.com/office/drawing/2014/main" id="{5763F29A-1922-4A2E-93CE-25889C1664ED}"/>
              </a:ext>
            </a:extLst>
          </p:cNvPr>
          <p:cNvSpPr/>
          <p:nvPr/>
        </p:nvSpPr>
        <p:spPr>
          <a:xfrm>
            <a:off x="4383016" y="6166759"/>
            <a:ext cx="359007" cy="2866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4" name="Flecha: a la derecha 323">
            <a:extLst>
              <a:ext uri="{FF2B5EF4-FFF2-40B4-BE49-F238E27FC236}">
                <a16:creationId xmlns:a16="http://schemas.microsoft.com/office/drawing/2014/main" id="{B6BEA9ED-2C76-400C-880E-C3ECABA6FEA7}"/>
              </a:ext>
            </a:extLst>
          </p:cNvPr>
          <p:cNvSpPr/>
          <p:nvPr/>
        </p:nvSpPr>
        <p:spPr>
          <a:xfrm rot="10800000">
            <a:off x="6752268" y="1816997"/>
            <a:ext cx="359007" cy="2866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629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DCA2F03-8B4E-4C94-88CB-72A1B5896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493422"/>
              </p:ext>
            </p:extLst>
          </p:nvPr>
        </p:nvGraphicFramePr>
        <p:xfrm>
          <a:off x="1537477" y="1945925"/>
          <a:ext cx="8127999" cy="373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631082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0347436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9963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CIUDAD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IPV4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IPV6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81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Barranquilla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10.1.0.0/16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280A:1::/32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8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Bogotá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10.</a:t>
                      </a:r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s-ES" dirty="0"/>
                        <a:t>.0.0/16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280A:</a:t>
                      </a:r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::/32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53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Bucaramanga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10.</a:t>
                      </a:r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 X</a:t>
                      </a:r>
                      <a:r>
                        <a:rPr lang="es-ES" dirty="0"/>
                        <a:t>.0.0/16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280A:</a:t>
                      </a:r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::/32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18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10.5.0.0/16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280A:5::/32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44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Cartagena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10.207.0.0/16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280A:207::/32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609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Medellín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10.3.0.0/16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280A:3::/32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178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Pasto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10.10.0.0/16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280A:10::/32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30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Santa Marta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10.20.0.0/16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280A:20::/32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62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C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Tunja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10.254.0.0/16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280A:254::/32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41385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59583389-0C98-419C-850A-38ECAF07156B}"/>
              </a:ext>
            </a:extLst>
          </p:cNvPr>
          <p:cNvSpPr txBox="1"/>
          <p:nvPr/>
        </p:nvSpPr>
        <p:spPr>
          <a:xfrm>
            <a:off x="1458686" y="1576593"/>
            <a:ext cx="463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REDES LAN: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44DFD4-C3D6-4E4B-BAC1-6BA26F7541F7}"/>
              </a:ext>
            </a:extLst>
          </p:cNvPr>
          <p:cNvSpPr txBox="1"/>
          <p:nvPr/>
        </p:nvSpPr>
        <p:spPr>
          <a:xfrm>
            <a:off x="1458686" y="326291"/>
            <a:ext cx="4637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RED WAN: </a:t>
            </a:r>
          </a:p>
          <a:p>
            <a:r>
              <a:rPr lang="es-ES" dirty="0"/>
              <a:t>10.0.0.*/30 </a:t>
            </a:r>
          </a:p>
          <a:p>
            <a:r>
              <a:rPr lang="es-ES" dirty="0"/>
              <a:t>280A::*/127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2515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1CD7AF3-3F34-453B-9640-935F185F72FF}"/>
              </a:ext>
            </a:extLst>
          </p:cNvPr>
          <p:cNvSpPr txBox="1"/>
          <p:nvPr/>
        </p:nvSpPr>
        <p:spPr>
          <a:xfrm rot="16200000">
            <a:off x="-969361" y="2267685"/>
            <a:ext cx="2615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TURISMO POR COLOMBIA</a:t>
            </a:r>
          </a:p>
          <a:p>
            <a:pPr algn="ctr"/>
            <a:r>
              <a:rPr lang="es-ES" dirty="0"/>
              <a:t>IPv4</a:t>
            </a:r>
            <a:endParaRPr lang="es-CO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A3A986D-3745-4537-8838-0AD0035C40EA}"/>
              </a:ext>
            </a:extLst>
          </p:cNvPr>
          <p:cNvSpPr/>
          <p:nvPr/>
        </p:nvSpPr>
        <p:spPr>
          <a:xfrm>
            <a:off x="4819972" y="1472748"/>
            <a:ext cx="1250302" cy="121298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Cartagena</a:t>
            </a:r>
            <a:endParaRPr lang="es-CO" sz="160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0305E2D-76A9-4463-A09D-B3919E2E1271}"/>
              </a:ext>
            </a:extLst>
          </p:cNvPr>
          <p:cNvSpPr/>
          <p:nvPr/>
        </p:nvSpPr>
        <p:spPr>
          <a:xfrm>
            <a:off x="7227285" y="2685729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Pasto</a:t>
            </a:r>
            <a:endParaRPr lang="es-CO" sz="160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FB983CD-7B7C-4385-93E7-613BF89F3C46}"/>
              </a:ext>
            </a:extLst>
          </p:cNvPr>
          <p:cNvSpPr/>
          <p:nvPr/>
        </p:nvSpPr>
        <p:spPr>
          <a:xfrm>
            <a:off x="5014777" y="3348174"/>
            <a:ext cx="1250302" cy="1212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Bogotá</a:t>
            </a:r>
            <a:endParaRPr lang="es-CO" sz="160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9A6533F-68F8-49E6-9766-A5AF54D48C99}"/>
              </a:ext>
            </a:extLst>
          </p:cNvPr>
          <p:cNvSpPr/>
          <p:nvPr/>
        </p:nvSpPr>
        <p:spPr>
          <a:xfrm>
            <a:off x="6574077" y="4692959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Cali</a:t>
            </a:r>
            <a:endParaRPr lang="es-CO" sz="160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3EF7629-518A-4373-AD8A-4962B24871EB}"/>
              </a:ext>
            </a:extLst>
          </p:cNvPr>
          <p:cNvSpPr/>
          <p:nvPr/>
        </p:nvSpPr>
        <p:spPr>
          <a:xfrm>
            <a:off x="8943029" y="305275"/>
            <a:ext cx="1250302" cy="1212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Medellín</a:t>
            </a:r>
            <a:endParaRPr lang="es-CO" sz="160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6BA504D-6D96-4DBC-9233-49AF1E95C480}"/>
              </a:ext>
            </a:extLst>
          </p:cNvPr>
          <p:cNvSpPr/>
          <p:nvPr/>
        </p:nvSpPr>
        <p:spPr>
          <a:xfrm>
            <a:off x="1373517" y="690401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Bucaramanga</a:t>
            </a:r>
            <a:endParaRPr lang="es-CO" sz="160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17A6739-D83C-48CA-BE58-0C6146F2CCF8}"/>
              </a:ext>
            </a:extLst>
          </p:cNvPr>
          <p:cNvSpPr/>
          <p:nvPr/>
        </p:nvSpPr>
        <p:spPr>
          <a:xfrm>
            <a:off x="3046460" y="3137341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Barranquilla</a:t>
            </a:r>
            <a:endParaRPr lang="es-CO" sz="160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E8D0F49-022D-4345-8E58-865B9B4F244B}"/>
              </a:ext>
            </a:extLst>
          </p:cNvPr>
          <p:cNvSpPr/>
          <p:nvPr/>
        </p:nvSpPr>
        <p:spPr>
          <a:xfrm>
            <a:off x="3220667" y="5121812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Tunja</a:t>
            </a:r>
            <a:endParaRPr lang="es-CO" sz="160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B1B4881-874B-4358-A070-F36C4CC19194}"/>
              </a:ext>
            </a:extLst>
          </p:cNvPr>
          <p:cNvSpPr/>
          <p:nvPr/>
        </p:nvSpPr>
        <p:spPr>
          <a:xfrm>
            <a:off x="974237" y="3776588"/>
            <a:ext cx="1497620" cy="1212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Santa Marta</a:t>
            </a:r>
            <a:endParaRPr lang="es-CO" sz="1600" dirty="0"/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D9107E15-A05B-43E1-A384-01E014CB59D1}"/>
              </a:ext>
            </a:extLst>
          </p:cNvPr>
          <p:cNvCxnSpPr>
            <a:cxnSpLocks/>
            <a:stCxn id="6" idx="5"/>
            <a:endCxn id="12" idx="4"/>
          </p:cNvCxnSpPr>
          <p:nvPr/>
        </p:nvCxnSpPr>
        <p:spPr>
          <a:xfrm rot="5400000">
            <a:off x="4763292" y="2803599"/>
            <a:ext cx="2613720" cy="4448667"/>
          </a:xfrm>
          <a:prstGeom prst="bentConnector3">
            <a:avLst>
              <a:gd name="adj1" fmla="val 1087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8C9B2A4A-B7D4-4486-9499-1E868CAE7434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rot="5400000">
            <a:off x="6818865" y="4101436"/>
            <a:ext cx="971887" cy="2111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99166C38-F83E-43E2-9B66-78EAC2137A24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rot="10800000" flipV="1">
            <a:off x="2623819" y="911765"/>
            <a:ext cx="6319210" cy="3851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C46EB2B2-C8BC-41FD-BB43-5A34ED4E7B6C}"/>
              </a:ext>
            </a:extLst>
          </p:cNvPr>
          <p:cNvCxnSpPr>
            <a:cxnSpLocks/>
            <a:stCxn id="9" idx="4"/>
            <a:endCxn id="8" idx="6"/>
          </p:cNvCxnSpPr>
          <p:nvPr/>
        </p:nvCxnSpPr>
        <p:spPr>
          <a:xfrm rot="5400000">
            <a:off x="6805683" y="2536952"/>
            <a:ext cx="3781194" cy="174380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89F487E0-0928-40F5-B007-8D9166F10683}"/>
              </a:ext>
            </a:extLst>
          </p:cNvPr>
          <p:cNvCxnSpPr>
            <a:cxnSpLocks/>
            <a:stCxn id="6" idx="1"/>
            <a:endCxn id="5" idx="6"/>
          </p:cNvCxnSpPr>
          <p:nvPr/>
        </p:nvCxnSpPr>
        <p:spPr>
          <a:xfrm rot="16200000" flipV="1">
            <a:off x="6348267" y="1801245"/>
            <a:ext cx="784128" cy="134011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F183ED65-F05D-4540-AD2B-5573A53D7AC2}"/>
              </a:ext>
            </a:extLst>
          </p:cNvPr>
          <p:cNvCxnSpPr>
            <a:cxnSpLocks/>
          </p:cNvCxnSpPr>
          <p:nvPr/>
        </p:nvCxnSpPr>
        <p:spPr>
          <a:xfrm rot="10800000">
            <a:off x="2411308" y="1737564"/>
            <a:ext cx="2472794" cy="60753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DFA0A4F0-02A7-434A-BA8D-B5B059EDF9BD}"/>
              </a:ext>
            </a:extLst>
          </p:cNvPr>
          <p:cNvCxnSpPr>
            <a:cxnSpLocks/>
            <a:stCxn id="11" idx="7"/>
            <a:endCxn id="5" idx="3"/>
          </p:cNvCxnSpPr>
          <p:nvPr/>
        </p:nvCxnSpPr>
        <p:spPr>
          <a:xfrm rot="5400000" flipH="1" flipV="1">
            <a:off x="4154924" y="2466828"/>
            <a:ext cx="806887" cy="88941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9910967A-B90B-48FD-A1E9-DBC64A06E3F5}"/>
              </a:ext>
            </a:extLst>
          </p:cNvPr>
          <p:cNvCxnSpPr>
            <a:cxnSpLocks/>
            <a:stCxn id="13" idx="6"/>
            <a:endCxn id="11" idx="2"/>
          </p:cNvCxnSpPr>
          <p:nvPr/>
        </p:nvCxnSpPr>
        <p:spPr>
          <a:xfrm flipV="1">
            <a:off x="2471857" y="3743831"/>
            <a:ext cx="574603" cy="63924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61B1ACEE-12E9-44A8-BDCB-3F7EB77EF44C}"/>
              </a:ext>
            </a:extLst>
          </p:cNvPr>
          <p:cNvCxnSpPr>
            <a:cxnSpLocks/>
            <a:stCxn id="13" idx="4"/>
            <a:endCxn id="12" idx="2"/>
          </p:cNvCxnSpPr>
          <p:nvPr/>
        </p:nvCxnSpPr>
        <p:spPr>
          <a:xfrm rot="16200000" flipH="1">
            <a:off x="2102490" y="4610125"/>
            <a:ext cx="738734" cy="149762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B28B2679-74D9-4E6E-A310-21AA7B9BF80C}"/>
              </a:ext>
            </a:extLst>
          </p:cNvPr>
          <p:cNvCxnSpPr>
            <a:cxnSpLocks/>
            <a:stCxn id="11" idx="4"/>
            <a:endCxn id="12" idx="1"/>
          </p:cNvCxnSpPr>
          <p:nvPr/>
        </p:nvCxnSpPr>
        <p:spPr>
          <a:xfrm rot="5400000">
            <a:off x="3063126" y="4690964"/>
            <a:ext cx="949128" cy="2678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angular 75">
            <a:extLst>
              <a:ext uri="{FF2B5EF4-FFF2-40B4-BE49-F238E27FC236}">
                <a16:creationId xmlns:a16="http://schemas.microsoft.com/office/drawing/2014/main" id="{146DE459-E85B-470F-8C24-5933B00C32C5}"/>
              </a:ext>
            </a:extLst>
          </p:cNvPr>
          <p:cNvCxnSpPr>
            <a:cxnSpLocks/>
            <a:stCxn id="11" idx="6"/>
            <a:endCxn id="7" idx="2"/>
          </p:cNvCxnSpPr>
          <p:nvPr/>
        </p:nvCxnSpPr>
        <p:spPr>
          <a:xfrm>
            <a:off x="4296762" y="3743831"/>
            <a:ext cx="718015" cy="21083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angular 82">
            <a:extLst>
              <a:ext uri="{FF2B5EF4-FFF2-40B4-BE49-F238E27FC236}">
                <a16:creationId xmlns:a16="http://schemas.microsoft.com/office/drawing/2014/main" id="{4D289394-BAE4-424E-944A-D8AF19FEB8B9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 rot="16200000" flipH="1">
            <a:off x="6176039" y="4289455"/>
            <a:ext cx="487079" cy="67520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angular 84">
            <a:extLst>
              <a:ext uri="{FF2B5EF4-FFF2-40B4-BE49-F238E27FC236}">
                <a16:creationId xmlns:a16="http://schemas.microsoft.com/office/drawing/2014/main" id="{181425FC-0501-4EF3-B040-BEBBB60BC576}"/>
              </a:ext>
            </a:extLst>
          </p:cNvPr>
          <p:cNvCxnSpPr>
            <a:stCxn id="12" idx="6"/>
            <a:endCxn id="8" idx="2"/>
          </p:cNvCxnSpPr>
          <p:nvPr/>
        </p:nvCxnSpPr>
        <p:spPr>
          <a:xfrm flipV="1">
            <a:off x="4470969" y="5299449"/>
            <a:ext cx="2103108" cy="42885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angular 86">
            <a:extLst>
              <a:ext uri="{FF2B5EF4-FFF2-40B4-BE49-F238E27FC236}">
                <a16:creationId xmlns:a16="http://schemas.microsoft.com/office/drawing/2014/main" id="{E24D083E-44DF-440F-BA18-797AC51B050A}"/>
              </a:ext>
            </a:extLst>
          </p:cNvPr>
          <p:cNvCxnSpPr>
            <a:cxnSpLocks/>
          </p:cNvCxnSpPr>
          <p:nvPr/>
        </p:nvCxnSpPr>
        <p:spPr>
          <a:xfrm flipH="1" flipV="1">
            <a:off x="1998668" y="661753"/>
            <a:ext cx="6450862" cy="2601817"/>
          </a:xfrm>
          <a:prstGeom prst="bentConnector4">
            <a:avLst>
              <a:gd name="adj1" fmla="val -3544"/>
              <a:gd name="adj2" fmla="val 10878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ector: angular 291">
            <a:extLst>
              <a:ext uri="{FF2B5EF4-FFF2-40B4-BE49-F238E27FC236}">
                <a16:creationId xmlns:a16="http://schemas.microsoft.com/office/drawing/2014/main" id="{FBDC61CB-33BE-42C6-93EB-152E11660337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 rot="5400000">
            <a:off x="260849" y="2658454"/>
            <a:ext cx="2228481" cy="3630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ctor: angular 295">
            <a:extLst>
              <a:ext uri="{FF2B5EF4-FFF2-40B4-BE49-F238E27FC236}">
                <a16:creationId xmlns:a16="http://schemas.microsoft.com/office/drawing/2014/main" id="{B35FA84F-227F-4022-8AFD-73F301D06B22}"/>
              </a:ext>
            </a:extLst>
          </p:cNvPr>
          <p:cNvCxnSpPr>
            <a:cxnSpLocks/>
            <a:stCxn id="9" idx="3"/>
            <a:endCxn id="7" idx="7"/>
          </p:cNvCxnSpPr>
          <p:nvPr/>
        </p:nvCxnSpPr>
        <p:spPr>
          <a:xfrm rot="5400000">
            <a:off x="6511458" y="911137"/>
            <a:ext cx="2185193" cy="3044154"/>
          </a:xfrm>
          <a:prstGeom prst="bentConnector3">
            <a:avLst>
              <a:gd name="adj1" fmla="val 540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9D909DD-9E42-4F6F-AF76-C523786B6180}"/>
              </a:ext>
            </a:extLst>
          </p:cNvPr>
          <p:cNvSpPr txBox="1"/>
          <p:nvPr/>
        </p:nvSpPr>
        <p:spPr>
          <a:xfrm>
            <a:off x="1956696" y="222467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10.0.0.1/30</a:t>
            </a:r>
            <a:endParaRPr lang="es-CO" sz="12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505B0D6-7141-4FC7-83CD-272114DC48CD}"/>
              </a:ext>
            </a:extLst>
          </p:cNvPr>
          <p:cNvSpPr txBox="1"/>
          <p:nvPr/>
        </p:nvSpPr>
        <p:spPr>
          <a:xfrm>
            <a:off x="8372656" y="3243079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10.0.0.2/30</a:t>
            </a:r>
            <a:endParaRPr lang="es-CO" sz="12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ED6B06E-7CE9-4A6B-BC69-BAEE722E9050}"/>
              </a:ext>
            </a:extLst>
          </p:cNvPr>
          <p:cNvSpPr txBox="1"/>
          <p:nvPr/>
        </p:nvSpPr>
        <p:spPr>
          <a:xfrm>
            <a:off x="2591848" y="1036270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10.0.0.5/30</a:t>
            </a:r>
            <a:endParaRPr lang="es-CO" sz="12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04E50FC-9305-4910-9EB5-95A485971269}"/>
              </a:ext>
            </a:extLst>
          </p:cNvPr>
          <p:cNvSpPr txBox="1"/>
          <p:nvPr/>
        </p:nvSpPr>
        <p:spPr>
          <a:xfrm>
            <a:off x="7721230" y="692121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10.0.0.6/30</a:t>
            </a:r>
            <a:endParaRPr lang="es-CO" sz="12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F76C4C7-F035-4644-A87E-784B83143484}"/>
              </a:ext>
            </a:extLst>
          </p:cNvPr>
          <p:cNvSpPr txBox="1"/>
          <p:nvPr/>
        </p:nvSpPr>
        <p:spPr>
          <a:xfrm>
            <a:off x="2376475" y="1716632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10.0.0.9/30</a:t>
            </a:r>
            <a:endParaRPr lang="es-CO" sz="12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DA51FFF-E06D-4AF4-A2E3-5E825EA48B6D}"/>
              </a:ext>
            </a:extLst>
          </p:cNvPr>
          <p:cNvSpPr txBox="1"/>
          <p:nvPr/>
        </p:nvSpPr>
        <p:spPr>
          <a:xfrm>
            <a:off x="3899046" y="2068382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10.0.0.10/30</a:t>
            </a:r>
            <a:endParaRPr lang="es-CO" sz="12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D93CD39-C0FB-4A11-B4E0-D8FBED9265DE}"/>
              </a:ext>
            </a:extLst>
          </p:cNvPr>
          <p:cNvSpPr txBox="1"/>
          <p:nvPr/>
        </p:nvSpPr>
        <p:spPr>
          <a:xfrm>
            <a:off x="606404" y="1686164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10.0.0.13/30</a:t>
            </a:r>
            <a:endParaRPr lang="es-CO" sz="12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49AD10A-7A30-4C15-AF11-3166B34EC9B0}"/>
              </a:ext>
            </a:extLst>
          </p:cNvPr>
          <p:cNvSpPr txBox="1"/>
          <p:nvPr/>
        </p:nvSpPr>
        <p:spPr>
          <a:xfrm>
            <a:off x="246721" y="3737484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10.0.0.14/30</a:t>
            </a:r>
            <a:endParaRPr lang="es-CO" sz="12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BB2BC65-766D-4FE2-B8B6-1B837D4A4B72}"/>
              </a:ext>
            </a:extLst>
          </p:cNvPr>
          <p:cNvSpPr txBox="1"/>
          <p:nvPr/>
        </p:nvSpPr>
        <p:spPr>
          <a:xfrm>
            <a:off x="772462" y="5015813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10.0.0.17/30</a:t>
            </a:r>
            <a:endParaRPr lang="es-CO" sz="12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8F37BB1-71A8-49CA-878D-23325AD74A84}"/>
              </a:ext>
            </a:extLst>
          </p:cNvPr>
          <p:cNvSpPr txBox="1"/>
          <p:nvPr/>
        </p:nvSpPr>
        <p:spPr>
          <a:xfrm>
            <a:off x="2232896" y="5754170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10.0.0.18/30</a:t>
            </a:r>
            <a:endParaRPr lang="es-CO" sz="12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A7C1656-7875-4A5E-AF4E-8B422B67CA77}"/>
              </a:ext>
            </a:extLst>
          </p:cNvPr>
          <p:cNvSpPr txBox="1"/>
          <p:nvPr/>
        </p:nvSpPr>
        <p:spPr>
          <a:xfrm>
            <a:off x="2352377" y="4415960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10.0.0.21/30</a:t>
            </a:r>
            <a:endParaRPr lang="es-CO" sz="12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D3D92D9-69F0-495A-B5B9-D1CBE48267FB}"/>
              </a:ext>
            </a:extLst>
          </p:cNvPr>
          <p:cNvSpPr txBox="1"/>
          <p:nvPr/>
        </p:nvSpPr>
        <p:spPr>
          <a:xfrm>
            <a:off x="2085500" y="3440587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10.0.0.22/30</a:t>
            </a:r>
            <a:endParaRPr lang="es-CO" sz="12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57A91DB-368F-420C-86B6-7294F8AD3070}"/>
              </a:ext>
            </a:extLst>
          </p:cNvPr>
          <p:cNvSpPr txBox="1"/>
          <p:nvPr/>
        </p:nvSpPr>
        <p:spPr>
          <a:xfrm>
            <a:off x="3627327" y="4323884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10.0.0.25/30</a:t>
            </a:r>
            <a:endParaRPr lang="es-CO" sz="12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8A2BA98-6A35-4A60-9695-7F084785B4A3}"/>
              </a:ext>
            </a:extLst>
          </p:cNvPr>
          <p:cNvSpPr txBox="1"/>
          <p:nvPr/>
        </p:nvSpPr>
        <p:spPr>
          <a:xfrm>
            <a:off x="2477228" y="5121812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10.0.0.26/30</a:t>
            </a:r>
            <a:endParaRPr lang="es-CO" sz="12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6FBF295-181D-4292-87F4-FD8E0FC3E3D9}"/>
              </a:ext>
            </a:extLst>
          </p:cNvPr>
          <p:cNvSpPr txBox="1"/>
          <p:nvPr/>
        </p:nvSpPr>
        <p:spPr>
          <a:xfrm>
            <a:off x="4183695" y="3516727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10.0.0.29/30</a:t>
            </a:r>
            <a:endParaRPr lang="es-CO" sz="12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EEC1C33-9F60-4FA2-91C0-9DD08802D54E}"/>
              </a:ext>
            </a:extLst>
          </p:cNvPr>
          <p:cNvSpPr txBox="1"/>
          <p:nvPr/>
        </p:nvSpPr>
        <p:spPr>
          <a:xfrm>
            <a:off x="4183695" y="3917030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10.0.0.30/30</a:t>
            </a:r>
            <a:endParaRPr lang="es-CO" sz="12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1DF57F0-C389-41C1-9B19-2BBC91B2106B}"/>
              </a:ext>
            </a:extLst>
          </p:cNvPr>
          <p:cNvSpPr txBox="1"/>
          <p:nvPr/>
        </p:nvSpPr>
        <p:spPr>
          <a:xfrm>
            <a:off x="3177725" y="2911535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10.0.0.33/30</a:t>
            </a:r>
            <a:endParaRPr lang="es-CO" sz="12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C2A2C5A-23FE-433A-A99B-CDA1EBA2BA12}"/>
              </a:ext>
            </a:extLst>
          </p:cNvPr>
          <p:cNvSpPr txBox="1"/>
          <p:nvPr/>
        </p:nvSpPr>
        <p:spPr>
          <a:xfrm>
            <a:off x="4049167" y="2441548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10.0.0.34/30</a:t>
            </a:r>
            <a:endParaRPr lang="es-CO" sz="12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3BD4046-B39C-48A6-92DA-84DE83E49FD6}"/>
              </a:ext>
            </a:extLst>
          </p:cNvPr>
          <p:cNvSpPr txBox="1"/>
          <p:nvPr/>
        </p:nvSpPr>
        <p:spPr>
          <a:xfrm>
            <a:off x="6054710" y="1793845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10.0.0.37/30</a:t>
            </a:r>
            <a:endParaRPr lang="es-CO" sz="12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CC6215C3-97D4-402D-89CF-5F09F0895492}"/>
              </a:ext>
            </a:extLst>
          </p:cNvPr>
          <p:cNvSpPr txBox="1"/>
          <p:nvPr/>
        </p:nvSpPr>
        <p:spPr>
          <a:xfrm>
            <a:off x="6881796" y="2556796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10.0.0.38/30</a:t>
            </a:r>
            <a:endParaRPr lang="es-CO" sz="12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3702B714-DCAD-4A6F-90E1-95D49EDF5C49}"/>
              </a:ext>
            </a:extLst>
          </p:cNvPr>
          <p:cNvSpPr txBox="1"/>
          <p:nvPr/>
        </p:nvSpPr>
        <p:spPr>
          <a:xfrm>
            <a:off x="5601415" y="3190914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10.0.0.41/30</a:t>
            </a:r>
            <a:endParaRPr lang="es-CO" sz="12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DE46A72-BBDC-44AA-B5FD-9E59FCAA92EC}"/>
              </a:ext>
            </a:extLst>
          </p:cNvPr>
          <p:cNvSpPr txBox="1"/>
          <p:nvPr/>
        </p:nvSpPr>
        <p:spPr>
          <a:xfrm>
            <a:off x="8618923" y="1460565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10.0.0.42/30</a:t>
            </a:r>
            <a:endParaRPr lang="es-CO" sz="12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32C14BE-7097-4E21-8EC1-FE26A7997808}"/>
              </a:ext>
            </a:extLst>
          </p:cNvPr>
          <p:cNvSpPr txBox="1"/>
          <p:nvPr/>
        </p:nvSpPr>
        <p:spPr>
          <a:xfrm>
            <a:off x="5613184" y="4361492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10.0.0.45/30</a:t>
            </a:r>
            <a:endParaRPr lang="es-CO" sz="12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C7B725C0-B3F7-4ED7-8305-2342FBB5DEB4}"/>
              </a:ext>
            </a:extLst>
          </p:cNvPr>
          <p:cNvSpPr txBox="1"/>
          <p:nvPr/>
        </p:nvSpPr>
        <p:spPr>
          <a:xfrm>
            <a:off x="6028741" y="4704334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10.0.0.46/30</a:t>
            </a:r>
            <a:endParaRPr lang="es-CO" sz="12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5C84C11-4673-4857-B7C1-334F6D1D8F00}"/>
              </a:ext>
            </a:extLst>
          </p:cNvPr>
          <p:cNvSpPr txBox="1"/>
          <p:nvPr/>
        </p:nvSpPr>
        <p:spPr>
          <a:xfrm>
            <a:off x="5699372" y="5276687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10.0.0.49/30</a:t>
            </a:r>
            <a:endParaRPr lang="es-CO" sz="12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ADCF3D74-28DA-4D6B-86C9-90F7E605E87C}"/>
              </a:ext>
            </a:extLst>
          </p:cNvPr>
          <p:cNvSpPr txBox="1"/>
          <p:nvPr/>
        </p:nvSpPr>
        <p:spPr>
          <a:xfrm>
            <a:off x="4375934" y="5474065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10.0.0.50/30</a:t>
            </a:r>
            <a:endParaRPr lang="es-CO" sz="1200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5BBD5D0-166E-4332-9D12-B69C5FF67189}"/>
              </a:ext>
            </a:extLst>
          </p:cNvPr>
          <p:cNvSpPr txBox="1"/>
          <p:nvPr/>
        </p:nvSpPr>
        <p:spPr>
          <a:xfrm>
            <a:off x="3977083" y="6241355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10.0.0.53/30</a:t>
            </a:r>
            <a:endParaRPr lang="es-CO" sz="12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6363546-2164-4BC1-91FD-39FC9189548B}"/>
              </a:ext>
            </a:extLst>
          </p:cNvPr>
          <p:cNvSpPr txBox="1"/>
          <p:nvPr/>
        </p:nvSpPr>
        <p:spPr>
          <a:xfrm>
            <a:off x="7785866" y="3849247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10.0.0.54/30</a:t>
            </a:r>
            <a:endParaRPr lang="es-CO" sz="1200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ACF3C387-0DE9-498E-AFCC-65ECD29E8C52}"/>
              </a:ext>
            </a:extLst>
          </p:cNvPr>
          <p:cNvSpPr txBox="1"/>
          <p:nvPr/>
        </p:nvSpPr>
        <p:spPr>
          <a:xfrm>
            <a:off x="7718906" y="5098378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10.0.0.57/30</a:t>
            </a:r>
            <a:endParaRPr lang="es-CO" sz="12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6B0363AA-3B7D-4E56-9AFB-1AFFE68C5748}"/>
              </a:ext>
            </a:extLst>
          </p:cNvPr>
          <p:cNvSpPr txBox="1"/>
          <p:nvPr/>
        </p:nvSpPr>
        <p:spPr>
          <a:xfrm>
            <a:off x="9528432" y="1557393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10.0.0.58/30</a:t>
            </a:r>
            <a:endParaRPr lang="es-CO" sz="1200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8455471-02CA-4989-9353-C75D3FA59DE7}"/>
              </a:ext>
            </a:extLst>
          </p:cNvPr>
          <p:cNvSpPr txBox="1"/>
          <p:nvPr/>
        </p:nvSpPr>
        <p:spPr>
          <a:xfrm>
            <a:off x="6823556" y="4429316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10.0.0.61/30</a:t>
            </a:r>
            <a:endParaRPr lang="es-CO" sz="1200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4401CA8C-DABB-4A04-8E20-75E21196A8BC}"/>
              </a:ext>
            </a:extLst>
          </p:cNvPr>
          <p:cNvSpPr txBox="1"/>
          <p:nvPr/>
        </p:nvSpPr>
        <p:spPr>
          <a:xfrm>
            <a:off x="6688849" y="3735007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10.0.0.62/30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22471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CA3A986D-3745-4537-8838-0AD0035C40EA}"/>
              </a:ext>
            </a:extLst>
          </p:cNvPr>
          <p:cNvSpPr/>
          <p:nvPr/>
        </p:nvSpPr>
        <p:spPr>
          <a:xfrm>
            <a:off x="4819972" y="1472748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Cartagena</a:t>
            </a:r>
            <a:endParaRPr lang="es-CO" sz="160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0305E2D-76A9-4463-A09D-B3919E2E1271}"/>
              </a:ext>
            </a:extLst>
          </p:cNvPr>
          <p:cNvSpPr/>
          <p:nvPr/>
        </p:nvSpPr>
        <p:spPr>
          <a:xfrm>
            <a:off x="7199228" y="2685728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Pasto</a:t>
            </a:r>
            <a:endParaRPr lang="es-CO" sz="160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FB983CD-7B7C-4385-93E7-613BF89F3C46}"/>
              </a:ext>
            </a:extLst>
          </p:cNvPr>
          <p:cNvSpPr/>
          <p:nvPr/>
        </p:nvSpPr>
        <p:spPr>
          <a:xfrm>
            <a:off x="5014777" y="3348174"/>
            <a:ext cx="1250302" cy="1212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Bogotá</a:t>
            </a:r>
            <a:endParaRPr lang="es-CO" sz="160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9A6533F-68F8-49E6-9766-A5AF54D48C99}"/>
              </a:ext>
            </a:extLst>
          </p:cNvPr>
          <p:cNvSpPr/>
          <p:nvPr/>
        </p:nvSpPr>
        <p:spPr>
          <a:xfrm>
            <a:off x="6574077" y="4692959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Cali</a:t>
            </a:r>
            <a:endParaRPr lang="es-CO" sz="160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3EF7629-518A-4373-AD8A-4962B24871EB}"/>
              </a:ext>
            </a:extLst>
          </p:cNvPr>
          <p:cNvSpPr/>
          <p:nvPr/>
        </p:nvSpPr>
        <p:spPr>
          <a:xfrm>
            <a:off x="8943029" y="305275"/>
            <a:ext cx="1250302" cy="1212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Medellín</a:t>
            </a:r>
            <a:endParaRPr lang="es-CO" sz="160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6BA504D-6D96-4DBC-9233-49AF1E95C480}"/>
              </a:ext>
            </a:extLst>
          </p:cNvPr>
          <p:cNvSpPr/>
          <p:nvPr/>
        </p:nvSpPr>
        <p:spPr>
          <a:xfrm>
            <a:off x="1373517" y="690401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Bucaramanga</a:t>
            </a:r>
            <a:endParaRPr lang="es-CO" sz="160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17A6739-D83C-48CA-BE58-0C6146F2CCF8}"/>
              </a:ext>
            </a:extLst>
          </p:cNvPr>
          <p:cNvSpPr/>
          <p:nvPr/>
        </p:nvSpPr>
        <p:spPr>
          <a:xfrm>
            <a:off x="3046460" y="3137341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Barranquilla</a:t>
            </a:r>
            <a:endParaRPr lang="es-CO" sz="160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E8D0F49-022D-4345-8E58-865B9B4F244B}"/>
              </a:ext>
            </a:extLst>
          </p:cNvPr>
          <p:cNvSpPr/>
          <p:nvPr/>
        </p:nvSpPr>
        <p:spPr>
          <a:xfrm>
            <a:off x="3220667" y="5121812"/>
            <a:ext cx="1250302" cy="12129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Tunja</a:t>
            </a:r>
            <a:endParaRPr lang="es-CO" sz="160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B1B4881-874B-4358-A070-F36C4CC19194}"/>
              </a:ext>
            </a:extLst>
          </p:cNvPr>
          <p:cNvSpPr/>
          <p:nvPr/>
        </p:nvSpPr>
        <p:spPr>
          <a:xfrm>
            <a:off x="974237" y="3776588"/>
            <a:ext cx="1497620" cy="1212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Santa Marta</a:t>
            </a:r>
            <a:endParaRPr lang="es-CO" sz="1600" dirty="0"/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D9107E15-A05B-43E1-A384-01E014CB59D1}"/>
              </a:ext>
            </a:extLst>
          </p:cNvPr>
          <p:cNvCxnSpPr>
            <a:cxnSpLocks/>
            <a:stCxn id="6" idx="5"/>
            <a:endCxn id="12" idx="4"/>
          </p:cNvCxnSpPr>
          <p:nvPr/>
        </p:nvCxnSpPr>
        <p:spPr>
          <a:xfrm rot="5400000">
            <a:off x="4749263" y="2817626"/>
            <a:ext cx="2613721" cy="4420610"/>
          </a:xfrm>
          <a:prstGeom prst="bentConnector3">
            <a:avLst>
              <a:gd name="adj1" fmla="val 1053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8C9B2A4A-B7D4-4486-9499-1E868CAE7434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rot="5400000">
            <a:off x="6804835" y="4115464"/>
            <a:ext cx="971888" cy="18310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99166C38-F83E-43E2-9B66-78EAC2137A24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rot="10800000" flipV="1">
            <a:off x="2623819" y="911765"/>
            <a:ext cx="6319210" cy="3851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C46EB2B2-C8BC-41FD-BB43-5A34ED4E7B6C}"/>
              </a:ext>
            </a:extLst>
          </p:cNvPr>
          <p:cNvCxnSpPr>
            <a:cxnSpLocks/>
            <a:stCxn id="9" idx="4"/>
            <a:endCxn id="8" idx="6"/>
          </p:cNvCxnSpPr>
          <p:nvPr/>
        </p:nvCxnSpPr>
        <p:spPr>
          <a:xfrm rot="5400000">
            <a:off x="6805683" y="2536952"/>
            <a:ext cx="3781194" cy="174380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89F487E0-0928-40F5-B007-8D9166F10683}"/>
              </a:ext>
            </a:extLst>
          </p:cNvPr>
          <p:cNvCxnSpPr>
            <a:cxnSpLocks/>
            <a:stCxn id="6" idx="1"/>
            <a:endCxn id="5" idx="6"/>
          </p:cNvCxnSpPr>
          <p:nvPr/>
        </p:nvCxnSpPr>
        <p:spPr>
          <a:xfrm rot="16200000" flipV="1">
            <a:off x="6334239" y="1815274"/>
            <a:ext cx="784127" cy="131205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F183ED65-F05D-4540-AD2B-5573A53D7AC2}"/>
              </a:ext>
            </a:extLst>
          </p:cNvPr>
          <p:cNvCxnSpPr>
            <a:cxnSpLocks/>
          </p:cNvCxnSpPr>
          <p:nvPr/>
        </p:nvCxnSpPr>
        <p:spPr>
          <a:xfrm rot="10800000">
            <a:off x="2411308" y="1737564"/>
            <a:ext cx="2472794" cy="60753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DFA0A4F0-02A7-434A-BA8D-B5B059EDF9BD}"/>
              </a:ext>
            </a:extLst>
          </p:cNvPr>
          <p:cNvCxnSpPr>
            <a:cxnSpLocks/>
            <a:stCxn id="11" idx="7"/>
            <a:endCxn id="5" idx="3"/>
          </p:cNvCxnSpPr>
          <p:nvPr/>
        </p:nvCxnSpPr>
        <p:spPr>
          <a:xfrm rot="5400000" flipH="1" flipV="1">
            <a:off x="4154924" y="2466828"/>
            <a:ext cx="806887" cy="88941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9910967A-B90B-48FD-A1E9-DBC64A06E3F5}"/>
              </a:ext>
            </a:extLst>
          </p:cNvPr>
          <p:cNvCxnSpPr>
            <a:cxnSpLocks/>
            <a:stCxn id="13" idx="6"/>
            <a:endCxn id="11" idx="2"/>
          </p:cNvCxnSpPr>
          <p:nvPr/>
        </p:nvCxnSpPr>
        <p:spPr>
          <a:xfrm flipV="1">
            <a:off x="2471857" y="3743831"/>
            <a:ext cx="574603" cy="63924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61B1ACEE-12E9-44A8-BDCB-3F7EB77EF44C}"/>
              </a:ext>
            </a:extLst>
          </p:cNvPr>
          <p:cNvCxnSpPr>
            <a:cxnSpLocks/>
            <a:stCxn id="13" idx="4"/>
            <a:endCxn id="12" idx="2"/>
          </p:cNvCxnSpPr>
          <p:nvPr/>
        </p:nvCxnSpPr>
        <p:spPr>
          <a:xfrm rot="16200000" flipH="1">
            <a:off x="2102490" y="4610125"/>
            <a:ext cx="738734" cy="149762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B28B2679-74D9-4E6E-A310-21AA7B9BF80C}"/>
              </a:ext>
            </a:extLst>
          </p:cNvPr>
          <p:cNvCxnSpPr>
            <a:cxnSpLocks/>
            <a:stCxn id="11" idx="4"/>
            <a:endCxn id="12" idx="1"/>
          </p:cNvCxnSpPr>
          <p:nvPr/>
        </p:nvCxnSpPr>
        <p:spPr>
          <a:xfrm rot="5400000">
            <a:off x="3063126" y="4690964"/>
            <a:ext cx="949128" cy="2678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angular 75">
            <a:extLst>
              <a:ext uri="{FF2B5EF4-FFF2-40B4-BE49-F238E27FC236}">
                <a16:creationId xmlns:a16="http://schemas.microsoft.com/office/drawing/2014/main" id="{146DE459-E85B-470F-8C24-5933B00C32C5}"/>
              </a:ext>
            </a:extLst>
          </p:cNvPr>
          <p:cNvCxnSpPr>
            <a:cxnSpLocks/>
            <a:stCxn id="11" idx="6"/>
            <a:endCxn id="7" idx="2"/>
          </p:cNvCxnSpPr>
          <p:nvPr/>
        </p:nvCxnSpPr>
        <p:spPr>
          <a:xfrm>
            <a:off x="4296762" y="3743831"/>
            <a:ext cx="718015" cy="21083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angular 82">
            <a:extLst>
              <a:ext uri="{FF2B5EF4-FFF2-40B4-BE49-F238E27FC236}">
                <a16:creationId xmlns:a16="http://schemas.microsoft.com/office/drawing/2014/main" id="{4D289394-BAE4-424E-944A-D8AF19FEB8B9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 rot="16200000" flipH="1">
            <a:off x="6176039" y="4289455"/>
            <a:ext cx="487079" cy="67520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angular 84">
            <a:extLst>
              <a:ext uri="{FF2B5EF4-FFF2-40B4-BE49-F238E27FC236}">
                <a16:creationId xmlns:a16="http://schemas.microsoft.com/office/drawing/2014/main" id="{181425FC-0501-4EF3-B040-BEBBB60BC576}"/>
              </a:ext>
            </a:extLst>
          </p:cNvPr>
          <p:cNvCxnSpPr>
            <a:stCxn id="12" idx="6"/>
            <a:endCxn id="8" idx="2"/>
          </p:cNvCxnSpPr>
          <p:nvPr/>
        </p:nvCxnSpPr>
        <p:spPr>
          <a:xfrm flipV="1">
            <a:off x="4470969" y="5299449"/>
            <a:ext cx="2103108" cy="42885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angular 86">
            <a:extLst>
              <a:ext uri="{FF2B5EF4-FFF2-40B4-BE49-F238E27FC236}">
                <a16:creationId xmlns:a16="http://schemas.microsoft.com/office/drawing/2014/main" id="{E24D083E-44DF-440F-BA18-797AC51B050A}"/>
              </a:ext>
            </a:extLst>
          </p:cNvPr>
          <p:cNvCxnSpPr>
            <a:cxnSpLocks/>
          </p:cNvCxnSpPr>
          <p:nvPr/>
        </p:nvCxnSpPr>
        <p:spPr>
          <a:xfrm flipH="1" flipV="1">
            <a:off x="1998668" y="661753"/>
            <a:ext cx="6450862" cy="2601817"/>
          </a:xfrm>
          <a:prstGeom prst="bentConnector4">
            <a:avLst>
              <a:gd name="adj1" fmla="val -3544"/>
              <a:gd name="adj2" fmla="val 10878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ector: angular 291">
            <a:extLst>
              <a:ext uri="{FF2B5EF4-FFF2-40B4-BE49-F238E27FC236}">
                <a16:creationId xmlns:a16="http://schemas.microsoft.com/office/drawing/2014/main" id="{FBDC61CB-33BE-42C6-93EB-152E11660337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 rot="5400000">
            <a:off x="260849" y="2658454"/>
            <a:ext cx="2228481" cy="3630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ctor: angular 295">
            <a:extLst>
              <a:ext uri="{FF2B5EF4-FFF2-40B4-BE49-F238E27FC236}">
                <a16:creationId xmlns:a16="http://schemas.microsoft.com/office/drawing/2014/main" id="{B35FA84F-227F-4022-8AFD-73F301D06B22}"/>
              </a:ext>
            </a:extLst>
          </p:cNvPr>
          <p:cNvCxnSpPr>
            <a:cxnSpLocks/>
            <a:stCxn id="9" idx="3"/>
            <a:endCxn id="7" idx="7"/>
          </p:cNvCxnSpPr>
          <p:nvPr/>
        </p:nvCxnSpPr>
        <p:spPr>
          <a:xfrm rot="5400000">
            <a:off x="6511458" y="911137"/>
            <a:ext cx="2185193" cy="3044154"/>
          </a:xfrm>
          <a:prstGeom prst="bentConnector3">
            <a:avLst>
              <a:gd name="adj1" fmla="val 540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7854F57-D14C-4578-A89D-46981374F72E}"/>
              </a:ext>
            </a:extLst>
          </p:cNvPr>
          <p:cNvSpPr txBox="1"/>
          <p:nvPr/>
        </p:nvSpPr>
        <p:spPr>
          <a:xfrm rot="16200000">
            <a:off x="-969361" y="2267685"/>
            <a:ext cx="2615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TURISMO POR COLOMBIA</a:t>
            </a:r>
          </a:p>
          <a:p>
            <a:pPr algn="ctr"/>
            <a:r>
              <a:rPr lang="es-ES" dirty="0"/>
              <a:t>IPv6</a:t>
            </a:r>
            <a:endParaRPr lang="es-CO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9A71514-2E49-4784-AB07-7F666C761834}"/>
              </a:ext>
            </a:extLst>
          </p:cNvPr>
          <p:cNvSpPr txBox="1"/>
          <p:nvPr/>
        </p:nvSpPr>
        <p:spPr>
          <a:xfrm>
            <a:off x="1917309" y="467297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280A::/127</a:t>
            </a:r>
            <a:endParaRPr lang="es-CO" sz="12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7E24D02-1D2D-4409-86CF-A33A5D260275}"/>
              </a:ext>
            </a:extLst>
          </p:cNvPr>
          <p:cNvSpPr txBox="1"/>
          <p:nvPr/>
        </p:nvSpPr>
        <p:spPr>
          <a:xfrm>
            <a:off x="8360411" y="3265653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280A::1/127</a:t>
            </a:r>
            <a:endParaRPr lang="es-CO" sz="12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645F49E-F4CD-4734-B471-581AA698C86A}"/>
              </a:ext>
            </a:extLst>
          </p:cNvPr>
          <p:cNvSpPr txBox="1"/>
          <p:nvPr/>
        </p:nvSpPr>
        <p:spPr>
          <a:xfrm>
            <a:off x="2570759" y="1063618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280A::2/127</a:t>
            </a:r>
            <a:endParaRPr lang="es-CO" sz="12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6B320BF-C6AF-44C0-B617-5D4461B5A27C}"/>
              </a:ext>
            </a:extLst>
          </p:cNvPr>
          <p:cNvSpPr txBox="1"/>
          <p:nvPr/>
        </p:nvSpPr>
        <p:spPr>
          <a:xfrm>
            <a:off x="7692727" y="710125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280A::3/127</a:t>
            </a:r>
            <a:endParaRPr lang="es-CO" sz="12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70E4A1F-F8BE-4AD4-953D-76497D48FE8F}"/>
              </a:ext>
            </a:extLst>
          </p:cNvPr>
          <p:cNvSpPr txBox="1"/>
          <p:nvPr/>
        </p:nvSpPr>
        <p:spPr>
          <a:xfrm>
            <a:off x="2341604" y="1707877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280A::4/127</a:t>
            </a:r>
            <a:endParaRPr lang="es-CO" sz="12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631369B-879A-4307-987F-6CC1694CF7AC}"/>
              </a:ext>
            </a:extLst>
          </p:cNvPr>
          <p:cNvSpPr txBox="1"/>
          <p:nvPr/>
        </p:nvSpPr>
        <p:spPr>
          <a:xfrm>
            <a:off x="3894457" y="2068382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280A::5/127</a:t>
            </a:r>
            <a:endParaRPr lang="es-CO" sz="12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FF944C0-E69A-4206-8DF5-733A1198CC41}"/>
              </a:ext>
            </a:extLst>
          </p:cNvPr>
          <p:cNvSpPr txBox="1"/>
          <p:nvPr/>
        </p:nvSpPr>
        <p:spPr>
          <a:xfrm>
            <a:off x="723511" y="1725744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280A::6/127</a:t>
            </a:r>
            <a:endParaRPr lang="es-CO" sz="12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A2FB684-8E73-478C-8657-1535F22E41B2}"/>
              </a:ext>
            </a:extLst>
          </p:cNvPr>
          <p:cNvSpPr txBox="1"/>
          <p:nvPr/>
        </p:nvSpPr>
        <p:spPr>
          <a:xfrm>
            <a:off x="349497" y="3743831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280A::7/127</a:t>
            </a:r>
            <a:endParaRPr lang="es-CO" sz="12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94AF52F-88E0-4A6F-A1DF-C7C8410057A3}"/>
              </a:ext>
            </a:extLst>
          </p:cNvPr>
          <p:cNvSpPr txBox="1"/>
          <p:nvPr/>
        </p:nvSpPr>
        <p:spPr>
          <a:xfrm>
            <a:off x="901822" y="5028705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280A::8/127</a:t>
            </a:r>
            <a:endParaRPr lang="es-CO" sz="12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6A96F55-3EB1-4213-AD70-F0F160938746}"/>
              </a:ext>
            </a:extLst>
          </p:cNvPr>
          <p:cNvSpPr txBox="1"/>
          <p:nvPr/>
        </p:nvSpPr>
        <p:spPr>
          <a:xfrm>
            <a:off x="2361501" y="5754547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280A::9/127</a:t>
            </a:r>
            <a:endParaRPr lang="es-CO" sz="12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AEBF8C5-A866-4524-A306-D3B836BABC16}"/>
              </a:ext>
            </a:extLst>
          </p:cNvPr>
          <p:cNvSpPr txBox="1"/>
          <p:nvPr/>
        </p:nvSpPr>
        <p:spPr>
          <a:xfrm>
            <a:off x="2386704" y="4409728"/>
            <a:ext cx="978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280A::A/127</a:t>
            </a:r>
            <a:endParaRPr lang="es-CO" sz="12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97A4310-7CAB-4B72-B616-EDB5768390C6}"/>
              </a:ext>
            </a:extLst>
          </p:cNvPr>
          <p:cNvSpPr txBox="1"/>
          <p:nvPr/>
        </p:nvSpPr>
        <p:spPr>
          <a:xfrm>
            <a:off x="2198376" y="3419580"/>
            <a:ext cx="971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280A::B/127</a:t>
            </a:r>
            <a:endParaRPr lang="es-CO" sz="12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196CE40-2E81-46CE-9E6E-90877455EEDB}"/>
              </a:ext>
            </a:extLst>
          </p:cNvPr>
          <p:cNvSpPr txBox="1"/>
          <p:nvPr/>
        </p:nvSpPr>
        <p:spPr>
          <a:xfrm>
            <a:off x="3608381" y="4309404"/>
            <a:ext cx="971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280A::C/127</a:t>
            </a:r>
            <a:endParaRPr lang="es-CO" sz="12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459FA16-76E1-4960-B5FB-B49B17BAA675}"/>
              </a:ext>
            </a:extLst>
          </p:cNvPr>
          <p:cNvSpPr txBox="1"/>
          <p:nvPr/>
        </p:nvSpPr>
        <p:spPr>
          <a:xfrm>
            <a:off x="2565949" y="5119081"/>
            <a:ext cx="982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280A::D/127</a:t>
            </a:r>
            <a:endParaRPr lang="es-CO" sz="12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20AEEE0-C693-4DF0-B630-91CDDE3754C3}"/>
              </a:ext>
            </a:extLst>
          </p:cNvPr>
          <p:cNvSpPr txBox="1"/>
          <p:nvPr/>
        </p:nvSpPr>
        <p:spPr>
          <a:xfrm>
            <a:off x="4377879" y="5728302"/>
            <a:ext cx="982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280A::E/127</a:t>
            </a:r>
            <a:endParaRPr lang="es-CO" sz="12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8B4C621-2F75-4045-9F77-347B7D96D1CA}"/>
              </a:ext>
            </a:extLst>
          </p:cNvPr>
          <p:cNvSpPr txBox="1"/>
          <p:nvPr/>
        </p:nvSpPr>
        <p:spPr>
          <a:xfrm>
            <a:off x="5713782" y="5035341"/>
            <a:ext cx="982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280A::F/127</a:t>
            </a:r>
            <a:endParaRPr lang="es-CO" sz="12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AAF0A67-DE44-45FA-AAAD-CB02FFCF8D09}"/>
              </a:ext>
            </a:extLst>
          </p:cNvPr>
          <p:cNvSpPr txBox="1"/>
          <p:nvPr/>
        </p:nvSpPr>
        <p:spPr>
          <a:xfrm>
            <a:off x="3672808" y="6460400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280A::10/127</a:t>
            </a:r>
            <a:endParaRPr lang="es-CO" sz="12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2B9101A-4177-4BEA-A431-738378A6C237}"/>
              </a:ext>
            </a:extLst>
          </p:cNvPr>
          <p:cNvSpPr txBox="1"/>
          <p:nvPr/>
        </p:nvSpPr>
        <p:spPr>
          <a:xfrm>
            <a:off x="8196955" y="3723153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280A::11/127</a:t>
            </a:r>
            <a:endParaRPr lang="es-CO" sz="12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D429F55-F37A-41E4-AE7F-8CC90B8C8F02}"/>
              </a:ext>
            </a:extLst>
          </p:cNvPr>
          <p:cNvSpPr txBox="1"/>
          <p:nvPr/>
        </p:nvSpPr>
        <p:spPr>
          <a:xfrm>
            <a:off x="5318434" y="4514803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280A::12/127</a:t>
            </a:r>
            <a:endParaRPr lang="es-CO" sz="12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5D28934-34CD-45E6-B7BC-F07D2ADE1257}"/>
              </a:ext>
            </a:extLst>
          </p:cNvPr>
          <p:cNvSpPr txBox="1"/>
          <p:nvPr/>
        </p:nvSpPr>
        <p:spPr>
          <a:xfrm>
            <a:off x="5868236" y="4758341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280A::13/127</a:t>
            </a:r>
            <a:endParaRPr lang="es-CO" sz="12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486FD5C-8359-423F-ABD3-C62B284DC05C}"/>
              </a:ext>
            </a:extLst>
          </p:cNvPr>
          <p:cNvSpPr txBox="1"/>
          <p:nvPr/>
        </p:nvSpPr>
        <p:spPr>
          <a:xfrm>
            <a:off x="7743687" y="5097163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280A::14/127</a:t>
            </a:r>
            <a:endParaRPr lang="es-CO" sz="12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C0175AB9-BAEF-4E09-AB26-B9D6D322C82E}"/>
              </a:ext>
            </a:extLst>
          </p:cNvPr>
          <p:cNvSpPr txBox="1"/>
          <p:nvPr/>
        </p:nvSpPr>
        <p:spPr>
          <a:xfrm>
            <a:off x="9581563" y="1569377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280A::15/127</a:t>
            </a:r>
            <a:endParaRPr lang="es-CO" sz="12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4892B66-2C3A-4EC5-B054-C9CA4050544B}"/>
              </a:ext>
            </a:extLst>
          </p:cNvPr>
          <p:cNvSpPr txBox="1"/>
          <p:nvPr/>
        </p:nvSpPr>
        <p:spPr>
          <a:xfrm>
            <a:off x="6753520" y="4366698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280A::16/127</a:t>
            </a:r>
            <a:endParaRPr lang="es-CO" sz="12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2F742D3-954B-4A68-95D9-3237111EA2E2}"/>
              </a:ext>
            </a:extLst>
          </p:cNvPr>
          <p:cNvSpPr txBox="1"/>
          <p:nvPr/>
        </p:nvSpPr>
        <p:spPr>
          <a:xfrm>
            <a:off x="6927714" y="3870059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280A::17/127</a:t>
            </a:r>
            <a:endParaRPr lang="es-CO" sz="1200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CE2AF57-9DED-4A6F-9B54-F4AC1E59C829}"/>
              </a:ext>
            </a:extLst>
          </p:cNvPr>
          <p:cNvSpPr txBox="1"/>
          <p:nvPr/>
        </p:nvSpPr>
        <p:spPr>
          <a:xfrm>
            <a:off x="6455465" y="2704376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280A::18/127</a:t>
            </a:r>
            <a:endParaRPr lang="es-CO" sz="12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DBEE189-CF17-4E4D-96B1-67AC6E4BD7A0}"/>
              </a:ext>
            </a:extLst>
          </p:cNvPr>
          <p:cNvSpPr txBox="1"/>
          <p:nvPr/>
        </p:nvSpPr>
        <p:spPr>
          <a:xfrm>
            <a:off x="6084480" y="1778723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280A::19/127</a:t>
            </a:r>
            <a:endParaRPr lang="es-CO" sz="1200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56B6EEC-FD0A-4C0F-8B76-3C8CD41A7BCE}"/>
              </a:ext>
            </a:extLst>
          </p:cNvPr>
          <p:cNvSpPr txBox="1"/>
          <p:nvPr/>
        </p:nvSpPr>
        <p:spPr>
          <a:xfrm>
            <a:off x="4047923" y="2424378"/>
            <a:ext cx="1056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280A::1A/127</a:t>
            </a:r>
            <a:endParaRPr lang="es-CO" sz="12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912A9F8-61A8-4ED0-B1B2-D8E86127D32B}"/>
              </a:ext>
            </a:extLst>
          </p:cNvPr>
          <p:cNvSpPr txBox="1"/>
          <p:nvPr/>
        </p:nvSpPr>
        <p:spPr>
          <a:xfrm>
            <a:off x="4047923" y="3077621"/>
            <a:ext cx="1050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280A::1B/127</a:t>
            </a:r>
            <a:endParaRPr lang="es-CO" sz="1200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3B796C3-C131-47ED-8EF9-326EC180D373}"/>
              </a:ext>
            </a:extLst>
          </p:cNvPr>
          <p:cNvSpPr txBox="1"/>
          <p:nvPr/>
        </p:nvSpPr>
        <p:spPr>
          <a:xfrm>
            <a:off x="4047923" y="3470586"/>
            <a:ext cx="1050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280A::1C/127</a:t>
            </a:r>
            <a:endParaRPr lang="es-CO" sz="1200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0EE171E-7D5A-47C1-BC5C-38C13F6798D8}"/>
              </a:ext>
            </a:extLst>
          </p:cNvPr>
          <p:cNvSpPr txBox="1"/>
          <p:nvPr/>
        </p:nvSpPr>
        <p:spPr>
          <a:xfrm>
            <a:off x="4112375" y="3899439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280A::1D/127</a:t>
            </a:r>
            <a:endParaRPr lang="es-CO" sz="1200" dirty="0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76B642A-1A3E-4C22-9A1F-14BC52477650}"/>
              </a:ext>
            </a:extLst>
          </p:cNvPr>
          <p:cNvSpPr txBox="1"/>
          <p:nvPr/>
        </p:nvSpPr>
        <p:spPr>
          <a:xfrm>
            <a:off x="5642476" y="3161876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280A::1E/127</a:t>
            </a:r>
            <a:endParaRPr lang="es-CO" sz="1200" dirty="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29FDAD5A-423E-481C-9B54-DCABA48D586A}"/>
              </a:ext>
            </a:extLst>
          </p:cNvPr>
          <p:cNvSpPr txBox="1"/>
          <p:nvPr/>
        </p:nvSpPr>
        <p:spPr>
          <a:xfrm>
            <a:off x="8695983" y="1508855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280A::1F/127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6712017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0A9CC0B0592340AF2445A07A5047A5" ma:contentTypeVersion="3" ma:contentTypeDescription="Create a new document." ma:contentTypeScope="" ma:versionID="1e59b350abfd137e87967020be9b4a72">
  <xsd:schema xmlns:xsd="http://www.w3.org/2001/XMLSchema" xmlns:xs="http://www.w3.org/2001/XMLSchema" xmlns:p="http://schemas.microsoft.com/office/2006/metadata/properties" xmlns:ns2="3fea0b67-a03b-4729-91c5-91eff7d88710" targetNamespace="http://schemas.microsoft.com/office/2006/metadata/properties" ma:root="true" ma:fieldsID="8662f9c58efceec4ee634f0b19eedda9" ns2:_="">
    <xsd:import namespace="3fea0b67-a03b-4729-91c5-91eff7d88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ea0b67-a03b-4729-91c5-91eff7d887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F88135-50FD-4989-BDDF-7FCEFDC554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870937-810D-45B8-B732-C5736256254D}"/>
</file>

<file path=customXml/itemProps3.xml><?xml version="1.0" encoding="utf-8"?>
<ds:datastoreItem xmlns:ds="http://schemas.openxmlformats.org/officeDocument/2006/customXml" ds:itemID="{5F827680-4E00-4A86-A875-5B8D5351DD4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284</Words>
  <Application>Microsoft Office PowerPoint</Application>
  <PresentationFormat>Panorámica</PresentationFormat>
  <Paragraphs>130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SANDRA PILAR REYES HERNANDEZ</dc:creator>
  <cp:lastModifiedBy>SANDRA PILAR REYES HERNANDEZ</cp:lastModifiedBy>
  <cp:revision>5</cp:revision>
  <dcterms:created xsi:type="dcterms:W3CDTF">2026-02-27T13:35:18Z</dcterms:created>
  <dcterms:modified xsi:type="dcterms:W3CDTF">2026-03-19T13:10:31Z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0x010100150A9CC0B0592340AF2445A07A5047A5</vt:lpwstr>
  </property>
</Properties>
</file>